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76" r:id="rId6"/>
    <p:sldId id="27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52" autoAdjust="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54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471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4/3/2026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79028"/>
            <a:ext cx="9144000" cy="2105192"/>
          </a:xfrm>
        </p:spPr>
        <p:txBody>
          <a:bodyPr lIns="0" tIns="0" rIns="0" bIns="0" anchor="t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Analisi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dell’industria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cinematografica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accent4"/>
                </a:solidFill>
              </a:rPr>
              <a:t>dapt-25  —   Progetto Finale   —  Gruppo 1</a:t>
            </a: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 descr="Icon of chart. ">
            <a:extLst>
              <a:ext uri="{FF2B5EF4-FFF2-40B4-BE49-F238E27FC236}">
                <a16:creationId xmlns:a16="http://schemas.microsoft.com/office/drawing/2014/main" id="{B95DF07A-CE7E-4D89-9AA0-25F4FFF3B9C7}"/>
              </a:ext>
            </a:extLst>
          </p:cNvPr>
          <p:cNvGrpSpPr/>
          <p:nvPr/>
        </p:nvGrpSpPr>
        <p:grpSpPr>
          <a:xfrm>
            <a:off x="5744910" y="2200275"/>
            <a:ext cx="702180" cy="732969"/>
            <a:chOff x="2025650" y="4786313"/>
            <a:chExt cx="285750" cy="287338"/>
          </a:xfrm>
          <a:solidFill>
            <a:schemeClr val="bg1"/>
          </a:solidFill>
        </p:grpSpPr>
        <p:sp>
          <p:nvSpPr>
            <p:cNvPr id="8" name="Freeform 565">
              <a:extLst>
                <a:ext uri="{FF2B5EF4-FFF2-40B4-BE49-F238E27FC236}">
                  <a16:creationId xmlns:a16="http://schemas.microsoft.com/office/drawing/2014/main" id="{548FC78B-EF83-4185-A63D-1A5A85640B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5650" y="4786313"/>
              <a:ext cx="285750" cy="287338"/>
            </a:xfrm>
            <a:custGeom>
              <a:avLst/>
              <a:gdLst>
                <a:gd name="T0" fmla="*/ 812 w 903"/>
                <a:gd name="T1" fmla="*/ 500 h 903"/>
                <a:gd name="T2" fmla="*/ 810 w 903"/>
                <a:gd name="T3" fmla="*/ 505 h 903"/>
                <a:gd name="T4" fmla="*/ 806 w 903"/>
                <a:gd name="T5" fmla="*/ 509 h 903"/>
                <a:gd name="T6" fmla="*/ 800 w 903"/>
                <a:gd name="T7" fmla="*/ 511 h 903"/>
                <a:gd name="T8" fmla="*/ 105 w 903"/>
                <a:gd name="T9" fmla="*/ 511 h 903"/>
                <a:gd name="T10" fmla="*/ 99 w 903"/>
                <a:gd name="T11" fmla="*/ 510 h 903"/>
                <a:gd name="T12" fmla="*/ 95 w 903"/>
                <a:gd name="T13" fmla="*/ 507 h 903"/>
                <a:gd name="T14" fmla="*/ 92 w 903"/>
                <a:gd name="T15" fmla="*/ 502 h 903"/>
                <a:gd name="T16" fmla="*/ 90 w 903"/>
                <a:gd name="T17" fmla="*/ 496 h 903"/>
                <a:gd name="T18" fmla="*/ 90 w 903"/>
                <a:gd name="T19" fmla="*/ 105 h 903"/>
                <a:gd name="T20" fmla="*/ 92 w 903"/>
                <a:gd name="T21" fmla="*/ 100 h 903"/>
                <a:gd name="T22" fmla="*/ 95 w 903"/>
                <a:gd name="T23" fmla="*/ 94 h 903"/>
                <a:gd name="T24" fmla="*/ 99 w 903"/>
                <a:gd name="T25" fmla="*/ 91 h 903"/>
                <a:gd name="T26" fmla="*/ 105 w 903"/>
                <a:gd name="T27" fmla="*/ 90 h 903"/>
                <a:gd name="T28" fmla="*/ 800 w 903"/>
                <a:gd name="T29" fmla="*/ 90 h 903"/>
                <a:gd name="T30" fmla="*/ 806 w 903"/>
                <a:gd name="T31" fmla="*/ 92 h 903"/>
                <a:gd name="T32" fmla="*/ 810 w 903"/>
                <a:gd name="T33" fmla="*/ 96 h 903"/>
                <a:gd name="T34" fmla="*/ 812 w 903"/>
                <a:gd name="T35" fmla="*/ 102 h 903"/>
                <a:gd name="T36" fmla="*/ 813 w 903"/>
                <a:gd name="T37" fmla="*/ 496 h 903"/>
                <a:gd name="T38" fmla="*/ 15 w 903"/>
                <a:gd name="T39" fmla="*/ 0 h 903"/>
                <a:gd name="T40" fmla="*/ 9 w 903"/>
                <a:gd name="T41" fmla="*/ 1 h 903"/>
                <a:gd name="T42" fmla="*/ 5 w 903"/>
                <a:gd name="T43" fmla="*/ 4 h 903"/>
                <a:gd name="T44" fmla="*/ 1 w 903"/>
                <a:gd name="T45" fmla="*/ 8 h 903"/>
                <a:gd name="T46" fmla="*/ 0 w 903"/>
                <a:gd name="T47" fmla="*/ 15 h 903"/>
                <a:gd name="T48" fmla="*/ 0 w 903"/>
                <a:gd name="T49" fmla="*/ 590 h 903"/>
                <a:gd name="T50" fmla="*/ 2 w 903"/>
                <a:gd name="T51" fmla="*/ 595 h 903"/>
                <a:gd name="T52" fmla="*/ 7 w 903"/>
                <a:gd name="T53" fmla="*/ 599 h 903"/>
                <a:gd name="T54" fmla="*/ 12 w 903"/>
                <a:gd name="T55" fmla="*/ 602 h 903"/>
                <a:gd name="T56" fmla="*/ 437 w 903"/>
                <a:gd name="T57" fmla="*/ 602 h 903"/>
                <a:gd name="T58" fmla="*/ 260 w 903"/>
                <a:gd name="T59" fmla="*/ 877 h 903"/>
                <a:gd name="T60" fmla="*/ 257 w 903"/>
                <a:gd name="T61" fmla="*/ 883 h 903"/>
                <a:gd name="T62" fmla="*/ 256 w 903"/>
                <a:gd name="T63" fmla="*/ 888 h 903"/>
                <a:gd name="T64" fmla="*/ 257 w 903"/>
                <a:gd name="T65" fmla="*/ 893 h 903"/>
                <a:gd name="T66" fmla="*/ 260 w 903"/>
                <a:gd name="T67" fmla="*/ 899 h 903"/>
                <a:gd name="T68" fmla="*/ 265 w 903"/>
                <a:gd name="T69" fmla="*/ 902 h 903"/>
                <a:gd name="T70" fmla="*/ 271 w 903"/>
                <a:gd name="T71" fmla="*/ 903 h 903"/>
                <a:gd name="T72" fmla="*/ 277 w 903"/>
                <a:gd name="T73" fmla="*/ 902 h 903"/>
                <a:gd name="T74" fmla="*/ 281 w 903"/>
                <a:gd name="T75" fmla="*/ 899 h 903"/>
                <a:gd name="T76" fmla="*/ 621 w 903"/>
                <a:gd name="T77" fmla="*/ 899 h 903"/>
                <a:gd name="T78" fmla="*/ 627 w 903"/>
                <a:gd name="T79" fmla="*/ 902 h 903"/>
                <a:gd name="T80" fmla="*/ 632 w 903"/>
                <a:gd name="T81" fmla="*/ 903 h 903"/>
                <a:gd name="T82" fmla="*/ 637 w 903"/>
                <a:gd name="T83" fmla="*/ 902 h 903"/>
                <a:gd name="T84" fmla="*/ 643 w 903"/>
                <a:gd name="T85" fmla="*/ 899 h 903"/>
                <a:gd name="T86" fmla="*/ 646 w 903"/>
                <a:gd name="T87" fmla="*/ 893 h 903"/>
                <a:gd name="T88" fmla="*/ 647 w 903"/>
                <a:gd name="T89" fmla="*/ 888 h 903"/>
                <a:gd name="T90" fmla="*/ 646 w 903"/>
                <a:gd name="T91" fmla="*/ 883 h 903"/>
                <a:gd name="T92" fmla="*/ 643 w 903"/>
                <a:gd name="T93" fmla="*/ 877 h 903"/>
                <a:gd name="T94" fmla="*/ 467 w 903"/>
                <a:gd name="T95" fmla="*/ 602 h 903"/>
                <a:gd name="T96" fmla="*/ 892 w 903"/>
                <a:gd name="T97" fmla="*/ 602 h 903"/>
                <a:gd name="T98" fmla="*/ 897 w 903"/>
                <a:gd name="T99" fmla="*/ 599 h 903"/>
                <a:gd name="T100" fmla="*/ 900 w 903"/>
                <a:gd name="T101" fmla="*/ 595 h 903"/>
                <a:gd name="T102" fmla="*/ 902 w 903"/>
                <a:gd name="T103" fmla="*/ 590 h 903"/>
                <a:gd name="T104" fmla="*/ 903 w 903"/>
                <a:gd name="T105" fmla="*/ 15 h 903"/>
                <a:gd name="T106" fmla="*/ 902 w 903"/>
                <a:gd name="T107" fmla="*/ 8 h 903"/>
                <a:gd name="T108" fmla="*/ 899 w 903"/>
                <a:gd name="T109" fmla="*/ 4 h 903"/>
                <a:gd name="T110" fmla="*/ 894 w 903"/>
                <a:gd name="T111" fmla="*/ 1 h 903"/>
                <a:gd name="T112" fmla="*/ 888 w 903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3">
                  <a:moveTo>
                    <a:pt x="813" y="496"/>
                  </a:moveTo>
                  <a:lnTo>
                    <a:pt x="812" y="500"/>
                  </a:lnTo>
                  <a:lnTo>
                    <a:pt x="811" y="502"/>
                  </a:lnTo>
                  <a:lnTo>
                    <a:pt x="810" y="505"/>
                  </a:lnTo>
                  <a:lnTo>
                    <a:pt x="808" y="507"/>
                  </a:lnTo>
                  <a:lnTo>
                    <a:pt x="806" y="509"/>
                  </a:lnTo>
                  <a:lnTo>
                    <a:pt x="804" y="510"/>
                  </a:lnTo>
                  <a:lnTo>
                    <a:pt x="800" y="511"/>
                  </a:lnTo>
                  <a:lnTo>
                    <a:pt x="797" y="511"/>
                  </a:lnTo>
                  <a:lnTo>
                    <a:pt x="105" y="511"/>
                  </a:lnTo>
                  <a:lnTo>
                    <a:pt x="102" y="511"/>
                  </a:lnTo>
                  <a:lnTo>
                    <a:pt x="99" y="510"/>
                  </a:lnTo>
                  <a:lnTo>
                    <a:pt x="97" y="509"/>
                  </a:lnTo>
                  <a:lnTo>
                    <a:pt x="95" y="507"/>
                  </a:lnTo>
                  <a:lnTo>
                    <a:pt x="93" y="505"/>
                  </a:lnTo>
                  <a:lnTo>
                    <a:pt x="92" y="502"/>
                  </a:lnTo>
                  <a:lnTo>
                    <a:pt x="90" y="500"/>
                  </a:lnTo>
                  <a:lnTo>
                    <a:pt x="90" y="496"/>
                  </a:lnTo>
                  <a:lnTo>
                    <a:pt x="90" y="316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2"/>
                  </a:lnTo>
                  <a:lnTo>
                    <a:pt x="99" y="91"/>
                  </a:lnTo>
                  <a:lnTo>
                    <a:pt x="102" y="90"/>
                  </a:lnTo>
                  <a:lnTo>
                    <a:pt x="105" y="90"/>
                  </a:lnTo>
                  <a:lnTo>
                    <a:pt x="798" y="90"/>
                  </a:lnTo>
                  <a:lnTo>
                    <a:pt x="800" y="90"/>
                  </a:lnTo>
                  <a:lnTo>
                    <a:pt x="804" y="91"/>
                  </a:lnTo>
                  <a:lnTo>
                    <a:pt x="806" y="92"/>
                  </a:lnTo>
                  <a:lnTo>
                    <a:pt x="808" y="94"/>
                  </a:lnTo>
                  <a:lnTo>
                    <a:pt x="810" y="96"/>
                  </a:lnTo>
                  <a:lnTo>
                    <a:pt x="811" y="100"/>
                  </a:lnTo>
                  <a:lnTo>
                    <a:pt x="812" y="102"/>
                  </a:lnTo>
                  <a:lnTo>
                    <a:pt x="813" y="105"/>
                  </a:lnTo>
                  <a:lnTo>
                    <a:pt x="813" y="496"/>
                  </a:lnTo>
                  <a:close/>
                  <a:moveTo>
                    <a:pt x="888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7"/>
                  </a:lnTo>
                  <a:lnTo>
                    <a:pt x="0" y="590"/>
                  </a:lnTo>
                  <a:lnTo>
                    <a:pt x="1" y="593"/>
                  </a:lnTo>
                  <a:lnTo>
                    <a:pt x="2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9" y="601"/>
                  </a:lnTo>
                  <a:lnTo>
                    <a:pt x="12" y="602"/>
                  </a:lnTo>
                  <a:lnTo>
                    <a:pt x="15" y="602"/>
                  </a:lnTo>
                  <a:lnTo>
                    <a:pt x="437" y="602"/>
                  </a:lnTo>
                  <a:lnTo>
                    <a:pt x="437" y="701"/>
                  </a:lnTo>
                  <a:lnTo>
                    <a:pt x="260" y="877"/>
                  </a:lnTo>
                  <a:lnTo>
                    <a:pt x="259" y="879"/>
                  </a:lnTo>
                  <a:lnTo>
                    <a:pt x="257" y="883"/>
                  </a:lnTo>
                  <a:lnTo>
                    <a:pt x="256" y="885"/>
                  </a:lnTo>
                  <a:lnTo>
                    <a:pt x="256" y="888"/>
                  </a:lnTo>
                  <a:lnTo>
                    <a:pt x="256" y="891"/>
                  </a:lnTo>
                  <a:lnTo>
                    <a:pt x="257" y="893"/>
                  </a:lnTo>
                  <a:lnTo>
                    <a:pt x="259" y="897"/>
                  </a:lnTo>
                  <a:lnTo>
                    <a:pt x="260" y="899"/>
                  </a:lnTo>
                  <a:lnTo>
                    <a:pt x="263" y="901"/>
                  </a:lnTo>
                  <a:lnTo>
                    <a:pt x="265" y="902"/>
                  </a:lnTo>
                  <a:lnTo>
                    <a:pt x="268" y="903"/>
                  </a:lnTo>
                  <a:lnTo>
                    <a:pt x="271" y="903"/>
                  </a:lnTo>
                  <a:lnTo>
                    <a:pt x="274" y="903"/>
                  </a:lnTo>
                  <a:lnTo>
                    <a:pt x="277" y="902"/>
                  </a:lnTo>
                  <a:lnTo>
                    <a:pt x="279" y="901"/>
                  </a:lnTo>
                  <a:lnTo>
                    <a:pt x="281" y="899"/>
                  </a:lnTo>
                  <a:lnTo>
                    <a:pt x="452" y="728"/>
                  </a:lnTo>
                  <a:lnTo>
                    <a:pt x="621" y="899"/>
                  </a:lnTo>
                  <a:lnTo>
                    <a:pt x="623" y="901"/>
                  </a:lnTo>
                  <a:lnTo>
                    <a:pt x="627" y="902"/>
                  </a:lnTo>
                  <a:lnTo>
                    <a:pt x="629" y="903"/>
                  </a:lnTo>
                  <a:lnTo>
                    <a:pt x="632" y="903"/>
                  </a:lnTo>
                  <a:lnTo>
                    <a:pt x="635" y="903"/>
                  </a:lnTo>
                  <a:lnTo>
                    <a:pt x="637" y="902"/>
                  </a:lnTo>
                  <a:lnTo>
                    <a:pt x="641" y="901"/>
                  </a:lnTo>
                  <a:lnTo>
                    <a:pt x="643" y="899"/>
                  </a:lnTo>
                  <a:lnTo>
                    <a:pt x="645" y="897"/>
                  </a:lnTo>
                  <a:lnTo>
                    <a:pt x="646" y="893"/>
                  </a:lnTo>
                  <a:lnTo>
                    <a:pt x="647" y="891"/>
                  </a:lnTo>
                  <a:lnTo>
                    <a:pt x="647" y="888"/>
                  </a:lnTo>
                  <a:lnTo>
                    <a:pt x="647" y="885"/>
                  </a:lnTo>
                  <a:lnTo>
                    <a:pt x="646" y="883"/>
                  </a:lnTo>
                  <a:lnTo>
                    <a:pt x="645" y="879"/>
                  </a:lnTo>
                  <a:lnTo>
                    <a:pt x="643" y="877"/>
                  </a:lnTo>
                  <a:lnTo>
                    <a:pt x="467" y="701"/>
                  </a:lnTo>
                  <a:lnTo>
                    <a:pt x="467" y="602"/>
                  </a:lnTo>
                  <a:lnTo>
                    <a:pt x="888" y="602"/>
                  </a:lnTo>
                  <a:lnTo>
                    <a:pt x="892" y="602"/>
                  </a:lnTo>
                  <a:lnTo>
                    <a:pt x="894" y="601"/>
                  </a:lnTo>
                  <a:lnTo>
                    <a:pt x="897" y="599"/>
                  </a:lnTo>
                  <a:lnTo>
                    <a:pt x="899" y="597"/>
                  </a:lnTo>
                  <a:lnTo>
                    <a:pt x="900" y="595"/>
                  </a:lnTo>
                  <a:lnTo>
                    <a:pt x="902" y="593"/>
                  </a:lnTo>
                  <a:lnTo>
                    <a:pt x="902" y="590"/>
                  </a:lnTo>
                  <a:lnTo>
                    <a:pt x="903" y="587"/>
                  </a:lnTo>
                  <a:lnTo>
                    <a:pt x="903" y="15"/>
                  </a:lnTo>
                  <a:lnTo>
                    <a:pt x="902" y="12"/>
                  </a:lnTo>
                  <a:lnTo>
                    <a:pt x="902" y="8"/>
                  </a:lnTo>
                  <a:lnTo>
                    <a:pt x="900" y="6"/>
                  </a:lnTo>
                  <a:lnTo>
                    <a:pt x="899" y="4"/>
                  </a:lnTo>
                  <a:lnTo>
                    <a:pt x="897" y="2"/>
                  </a:lnTo>
                  <a:lnTo>
                    <a:pt x="894" y="1"/>
                  </a:lnTo>
                  <a:lnTo>
                    <a:pt x="892" y="0"/>
                  </a:lnTo>
                  <a:lnTo>
                    <a:pt x="8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566">
              <a:extLst>
                <a:ext uri="{FF2B5EF4-FFF2-40B4-BE49-F238E27FC236}">
                  <a16:creationId xmlns:a16="http://schemas.microsoft.com/office/drawing/2014/main" id="{B7B50F87-A3AA-4FB6-9692-24BF5512F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225" y="4843463"/>
              <a:ext cx="200025" cy="73025"/>
            </a:xfrm>
            <a:custGeom>
              <a:avLst/>
              <a:gdLst>
                <a:gd name="T0" fmla="*/ 151 w 632"/>
                <a:gd name="T1" fmla="*/ 151 h 226"/>
                <a:gd name="T2" fmla="*/ 157 w 632"/>
                <a:gd name="T3" fmla="*/ 149 h 226"/>
                <a:gd name="T4" fmla="*/ 161 w 632"/>
                <a:gd name="T5" fmla="*/ 146 h 226"/>
                <a:gd name="T6" fmla="*/ 288 w 632"/>
                <a:gd name="T7" fmla="*/ 217 h 226"/>
                <a:gd name="T8" fmla="*/ 292 w 632"/>
                <a:gd name="T9" fmla="*/ 223 h 226"/>
                <a:gd name="T10" fmla="*/ 299 w 632"/>
                <a:gd name="T11" fmla="*/ 226 h 226"/>
                <a:gd name="T12" fmla="*/ 302 w 632"/>
                <a:gd name="T13" fmla="*/ 226 h 226"/>
                <a:gd name="T14" fmla="*/ 307 w 632"/>
                <a:gd name="T15" fmla="*/ 225 h 226"/>
                <a:gd name="T16" fmla="*/ 313 w 632"/>
                <a:gd name="T17" fmla="*/ 222 h 226"/>
                <a:gd name="T18" fmla="*/ 471 w 632"/>
                <a:gd name="T19" fmla="*/ 191 h 226"/>
                <a:gd name="T20" fmla="*/ 477 w 632"/>
                <a:gd name="T21" fmla="*/ 195 h 226"/>
                <a:gd name="T22" fmla="*/ 483 w 632"/>
                <a:gd name="T23" fmla="*/ 196 h 226"/>
                <a:gd name="T24" fmla="*/ 488 w 632"/>
                <a:gd name="T25" fmla="*/ 194 h 226"/>
                <a:gd name="T26" fmla="*/ 494 w 632"/>
                <a:gd name="T27" fmla="*/ 191 h 226"/>
                <a:gd name="T28" fmla="*/ 631 w 632"/>
                <a:gd name="T29" fmla="*/ 23 h 226"/>
                <a:gd name="T30" fmla="*/ 632 w 632"/>
                <a:gd name="T31" fmla="*/ 16 h 226"/>
                <a:gd name="T32" fmla="*/ 632 w 632"/>
                <a:gd name="T33" fmla="*/ 11 h 226"/>
                <a:gd name="T34" fmla="*/ 629 w 632"/>
                <a:gd name="T35" fmla="*/ 5 h 226"/>
                <a:gd name="T36" fmla="*/ 625 w 632"/>
                <a:gd name="T37" fmla="*/ 2 h 226"/>
                <a:gd name="T38" fmla="*/ 619 w 632"/>
                <a:gd name="T39" fmla="*/ 0 h 226"/>
                <a:gd name="T40" fmla="*/ 613 w 632"/>
                <a:gd name="T41" fmla="*/ 1 h 226"/>
                <a:gd name="T42" fmla="*/ 607 w 632"/>
                <a:gd name="T43" fmla="*/ 3 h 226"/>
                <a:gd name="T44" fmla="*/ 481 w 632"/>
                <a:gd name="T45" fmla="*/ 159 h 226"/>
                <a:gd name="T46" fmla="*/ 415 w 632"/>
                <a:gd name="T47" fmla="*/ 93 h 226"/>
                <a:gd name="T48" fmla="*/ 409 w 632"/>
                <a:gd name="T49" fmla="*/ 91 h 226"/>
                <a:gd name="T50" fmla="*/ 404 w 632"/>
                <a:gd name="T51" fmla="*/ 91 h 226"/>
                <a:gd name="T52" fmla="*/ 398 w 632"/>
                <a:gd name="T53" fmla="*/ 93 h 226"/>
                <a:gd name="T54" fmla="*/ 307 w 632"/>
                <a:gd name="T55" fmla="*/ 185 h 226"/>
                <a:gd name="T56" fmla="*/ 247 w 632"/>
                <a:gd name="T57" fmla="*/ 39 h 226"/>
                <a:gd name="T58" fmla="*/ 242 w 632"/>
                <a:gd name="T59" fmla="*/ 34 h 226"/>
                <a:gd name="T60" fmla="*/ 234 w 632"/>
                <a:gd name="T61" fmla="*/ 33 h 226"/>
                <a:gd name="T62" fmla="*/ 227 w 632"/>
                <a:gd name="T63" fmla="*/ 35 h 226"/>
                <a:gd name="T64" fmla="*/ 144 w 632"/>
                <a:gd name="T65" fmla="*/ 121 h 226"/>
                <a:gd name="T66" fmla="*/ 12 w 632"/>
                <a:gd name="T67" fmla="*/ 121 h 226"/>
                <a:gd name="T68" fmla="*/ 7 w 632"/>
                <a:gd name="T69" fmla="*/ 123 h 226"/>
                <a:gd name="T70" fmla="*/ 3 w 632"/>
                <a:gd name="T71" fmla="*/ 128 h 226"/>
                <a:gd name="T72" fmla="*/ 0 w 632"/>
                <a:gd name="T73" fmla="*/ 133 h 226"/>
                <a:gd name="T74" fmla="*/ 0 w 632"/>
                <a:gd name="T75" fmla="*/ 138 h 226"/>
                <a:gd name="T76" fmla="*/ 3 w 632"/>
                <a:gd name="T77" fmla="*/ 144 h 226"/>
                <a:gd name="T78" fmla="*/ 7 w 632"/>
                <a:gd name="T79" fmla="*/ 148 h 226"/>
                <a:gd name="T80" fmla="*/ 12 w 632"/>
                <a:gd name="T81" fmla="*/ 150 h 226"/>
                <a:gd name="T82" fmla="*/ 15 w 632"/>
                <a:gd name="T83" fmla="*/ 15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2" h="226">
                  <a:moveTo>
                    <a:pt x="15" y="151"/>
                  </a:moveTo>
                  <a:lnTo>
                    <a:pt x="151" y="151"/>
                  </a:lnTo>
                  <a:lnTo>
                    <a:pt x="154" y="150"/>
                  </a:lnTo>
                  <a:lnTo>
                    <a:pt x="157" y="149"/>
                  </a:lnTo>
                  <a:lnTo>
                    <a:pt x="159" y="148"/>
                  </a:lnTo>
                  <a:lnTo>
                    <a:pt x="161" y="146"/>
                  </a:lnTo>
                  <a:lnTo>
                    <a:pt x="230" y="75"/>
                  </a:lnTo>
                  <a:lnTo>
                    <a:pt x="288" y="217"/>
                  </a:lnTo>
                  <a:lnTo>
                    <a:pt x="289" y="220"/>
                  </a:lnTo>
                  <a:lnTo>
                    <a:pt x="292" y="223"/>
                  </a:lnTo>
                  <a:lnTo>
                    <a:pt x="294" y="224"/>
                  </a:lnTo>
                  <a:lnTo>
                    <a:pt x="299" y="226"/>
                  </a:lnTo>
                  <a:lnTo>
                    <a:pt x="300" y="226"/>
                  </a:lnTo>
                  <a:lnTo>
                    <a:pt x="302" y="226"/>
                  </a:lnTo>
                  <a:lnTo>
                    <a:pt x="304" y="226"/>
                  </a:lnTo>
                  <a:lnTo>
                    <a:pt x="307" y="225"/>
                  </a:lnTo>
                  <a:lnTo>
                    <a:pt x="309" y="223"/>
                  </a:lnTo>
                  <a:lnTo>
                    <a:pt x="313" y="222"/>
                  </a:lnTo>
                  <a:lnTo>
                    <a:pt x="407" y="127"/>
                  </a:lnTo>
                  <a:lnTo>
                    <a:pt x="471" y="191"/>
                  </a:lnTo>
                  <a:lnTo>
                    <a:pt x="473" y="193"/>
                  </a:lnTo>
                  <a:lnTo>
                    <a:pt x="477" y="195"/>
                  </a:lnTo>
                  <a:lnTo>
                    <a:pt x="480" y="196"/>
                  </a:lnTo>
                  <a:lnTo>
                    <a:pt x="483" y="196"/>
                  </a:lnTo>
                  <a:lnTo>
                    <a:pt x="486" y="195"/>
                  </a:lnTo>
                  <a:lnTo>
                    <a:pt x="488" y="194"/>
                  </a:lnTo>
                  <a:lnTo>
                    <a:pt x="492" y="193"/>
                  </a:lnTo>
                  <a:lnTo>
                    <a:pt x="494" y="191"/>
                  </a:lnTo>
                  <a:lnTo>
                    <a:pt x="629" y="25"/>
                  </a:lnTo>
                  <a:lnTo>
                    <a:pt x="631" y="23"/>
                  </a:lnTo>
                  <a:lnTo>
                    <a:pt x="632" y="19"/>
                  </a:lnTo>
                  <a:lnTo>
                    <a:pt x="632" y="16"/>
                  </a:lnTo>
                  <a:lnTo>
                    <a:pt x="632" y="14"/>
                  </a:lnTo>
                  <a:lnTo>
                    <a:pt x="632" y="11"/>
                  </a:lnTo>
                  <a:lnTo>
                    <a:pt x="631" y="9"/>
                  </a:lnTo>
                  <a:lnTo>
                    <a:pt x="629" y="5"/>
                  </a:lnTo>
                  <a:lnTo>
                    <a:pt x="627" y="3"/>
                  </a:lnTo>
                  <a:lnTo>
                    <a:pt x="625" y="2"/>
                  </a:lnTo>
                  <a:lnTo>
                    <a:pt x="621" y="1"/>
                  </a:lnTo>
                  <a:lnTo>
                    <a:pt x="619" y="0"/>
                  </a:lnTo>
                  <a:lnTo>
                    <a:pt x="616" y="0"/>
                  </a:lnTo>
                  <a:lnTo>
                    <a:pt x="613" y="1"/>
                  </a:lnTo>
                  <a:lnTo>
                    <a:pt x="611" y="2"/>
                  </a:lnTo>
                  <a:lnTo>
                    <a:pt x="607" y="3"/>
                  </a:lnTo>
                  <a:lnTo>
                    <a:pt x="605" y="5"/>
                  </a:lnTo>
                  <a:lnTo>
                    <a:pt x="481" y="159"/>
                  </a:lnTo>
                  <a:lnTo>
                    <a:pt x="418" y="95"/>
                  </a:lnTo>
                  <a:lnTo>
                    <a:pt x="415" y="93"/>
                  </a:lnTo>
                  <a:lnTo>
                    <a:pt x="412" y="91"/>
                  </a:lnTo>
                  <a:lnTo>
                    <a:pt x="409" y="91"/>
                  </a:lnTo>
                  <a:lnTo>
                    <a:pt x="407" y="90"/>
                  </a:lnTo>
                  <a:lnTo>
                    <a:pt x="404" y="91"/>
                  </a:lnTo>
                  <a:lnTo>
                    <a:pt x="400" y="91"/>
                  </a:lnTo>
                  <a:lnTo>
                    <a:pt x="398" y="93"/>
                  </a:lnTo>
                  <a:lnTo>
                    <a:pt x="396" y="95"/>
                  </a:lnTo>
                  <a:lnTo>
                    <a:pt x="307" y="185"/>
                  </a:lnTo>
                  <a:lnTo>
                    <a:pt x="249" y="42"/>
                  </a:lnTo>
                  <a:lnTo>
                    <a:pt x="247" y="39"/>
                  </a:lnTo>
                  <a:lnTo>
                    <a:pt x="244" y="36"/>
                  </a:lnTo>
                  <a:lnTo>
                    <a:pt x="242" y="34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0" y="33"/>
                  </a:lnTo>
                  <a:lnTo>
                    <a:pt x="227" y="35"/>
                  </a:lnTo>
                  <a:lnTo>
                    <a:pt x="224" y="38"/>
                  </a:lnTo>
                  <a:lnTo>
                    <a:pt x="144" y="121"/>
                  </a:lnTo>
                  <a:lnTo>
                    <a:pt x="15" y="121"/>
                  </a:lnTo>
                  <a:lnTo>
                    <a:pt x="12" y="121"/>
                  </a:lnTo>
                  <a:lnTo>
                    <a:pt x="9" y="122"/>
                  </a:lnTo>
                  <a:lnTo>
                    <a:pt x="7" y="123"/>
                  </a:lnTo>
                  <a:lnTo>
                    <a:pt x="5" y="126"/>
                  </a:lnTo>
                  <a:lnTo>
                    <a:pt x="3" y="128"/>
                  </a:lnTo>
                  <a:lnTo>
                    <a:pt x="2" y="130"/>
                  </a:lnTo>
                  <a:lnTo>
                    <a:pt x="0" y="133"/>
                  </a:lnTo>
                  <a:lnTo>
                    <a:pt x="0" y="136"/>
                  </a:lnTo>
                  <a:lnTo>
                    <a:pt x="0" y="138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5" y="146"/>
                  </a:lnTo>
                  <a:lnTo>
                    <a:pt x="7" y="148"/>
                  </a:lnTo>
                  <a:lnTo>
                    <a:pt x="9" y="150"/>
                  </a:lnTo>
                  <a:lnTo>
                    <a:pt x="12" y="150"/>
                  </a:lnTo>
                  <a:lnTo>
                    <a:pt x="15" y="151"/>
                  </a:lnTo>
                  <a:lnTo>
                    <a:pt x="1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C275801-8677-C67B-46DE-437F9BD4AF90}"/>
              </a:ext>
            </a:extLst>
          </p:cNvPr>
          <p:cNvSpPr txBox="1"/>
          <p:nvPr/>
        </p:nvSpPr>
        <p:spPr>
          <a:xfrm>
            <a:off x="809625" y="6096000"/>
            <a:ext cx="1055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Conti Lorenzo, Di Genua Anastasia, </a:t>
            </a:r>
            <a:r>
              <a:rPr lang="en-US" dirty="0" err="1">
                <a:solidFill>
                  <a:schemeClr val="bg1"/>
                </a:solidFill>
              </a:rPr>
              <a:t>Magrelli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Nicolò</a:t>
            </a:r>
            <a:r>
              <a:rPr lang="en-US" dirty="0">
                <a:solidFill>
                  <a:schemeClr val="bg1"/>
                </a:solidFill>
              </a:rPr>
              <a:t>, Mele Giuseppe</a:t>
            </a:r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id="{364CFD90-D0E1-4BC3-9D8B-7503E2632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1626" y="1720850"/>
            <a:ext cx="3968750" cy="39687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Overview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3ECCC05-FF78-40FA-84FF-172821D8B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68901" y="2766876"/>
            <a:ext cx="1892301" cy="1898175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+mj-lt"/>
              </a:rPr>
              <a:t>DOMANDE DI ANALISI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6178536-4D8A-4FF2-BBDC-4B3E7E0FC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ROI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6F1356-9015-4B5C-9C64-3C1D963E5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151447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B7F2E37-0ACF-4E8A-9C1D-EC5B65BA2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93025" y="333472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KEY INFLUENCERS</a:t>
            </a:r>
            <a:br>
              <a:rPr lang="en-US" sz="1600" dirty="0"/>
            </a:br>
            <a:r>
              <a:rPr lang="en-US" sz="1600" dirty="0"/>
              <a:t>DEL FATTURATO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8F812F5-70AF-4FBD-80D9-D59B3C456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42053" y="3235325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52C5002-7E64-4069-ACA0-6876E54A9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GENERI PREFERITI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9C5F3A-6F0D-4A0F-AE6E-92F342C22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5055576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4A75A79-A67A-4A23-8588-7FC5EB9A5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ANDAMENTO NEL</a:t>
            </a:r>
          </a:p>
          <a:p>
            <a:pPr algn="ctr"/>
            <a:r>
              <a:rPr lang="en-US" sz="1600" dirty="0"/>
              <a:t>TEMPO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BC62739-FA35-49F8-8929-743B31F55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1514475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1BB375D-5EE6-4428-9817-2C7DB6B94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333472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POPOLARIT</a:t>
            </a:r>
            <a:r>
              <a:rPr lang="en-US" dirty="0"/>
              <a:t>À</a:t>
            </a:r>
            <a:endParaRPr lang="en-US" sz="16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3A511B7-C7F3-4107-9962-1E10D2E0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70300" y="323532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4D7D4B6-62C2-45AB-89A5-3A41DA021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INFLUENZA DELLA</a:t>
            </a:r>
            <a:br>
              <a:rPr lang="en-US" sz="1600" dirty="0"/>
            </a:br>
            <a:r>
              <a:rPr lang="en-US" sz="1600" dirty="0"/>
              <a:t>CRITICA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3902602-D4BC-4D44-AC14-BB55A86C5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5055576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" name="Group 30" descr="Icons of bar chart and line graph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838113" y="3542123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2" name="Group 1" descr="Icon of money. ">
            <a:extLst>
              <a:ext uri="{FF2B5EF4-FFF2-40B4-BE49-F238E27FC236}">
                <a16:creationId xmlns:a16="http://schemas.microsoft.com/office/drawing/2014/main" id="{838024D3-EDF2-563F-2356-B61DE4ADB522}"/>
              </a:ext>
            </a:extLst>
          </p:cNvPr>
          <p:cNvGrpSpPr/>
          <p:nvPr/>
        </p:nvGrpSpPr>
        <p:grpSpPr>
          <a:xfrm>
            <a:off x="7121828" y="1793151"/>
            <a:ext cx="380334" cy="382447"/>
            <a:chOff x="3746500" y="1344613"/>
            <a:chExt cx="285750" cy="287338"/>
          </a:xfrm>
          <a:solidFill>
            <a:schemeClr val="bg1"/>
          </a:solidFill>
        </p:grpSpPr>
        <p:sp>
          <p:nvSpPr>
            <p:cNvPr id="3" name="Freeform 497">
              <a:extLst>
                <a:ext uri="{FF2B5EF4-FFF2-40B4-BE49-F238E27FC236}">
                  <a16:creationId xmlns:a16="http://schemas.microsoft.com/office/drawing/2014/main" id="{74E7484F-51E7-3A9C-636C-7B3EC14EE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500" y="1344613"/>
              <a:ext cx="285750" cy="182563"/>
            </a:xfrm>
            <a:custGeom>
              <a:avLst/>
              <a:gdLst>
                <a:gd name="T0" fmla="*/ 0 w 903"/>
                <a:gd name="T1" fmla="*/ 0 h 573"/>
                <a:gd name="T2" fmla="*/ 0 w 903"/>
                <a:gd name="T3" fmla="*/ 467 h 573"/>
                <a:gd name="T4" fmla="*/ 1 w 903"/>
                <a:gd name="T5" fmla="*/ 459 h 573"/>
                <a:gd name="T6" fmla="*/ 2 w 903"/>
                <a:gd name="T7" fmla="*/ 453 h 573"/>
                <a:gd name="T8" fmla="*/ 5 w 903"/>
                <a:gd name="T9" fmla="*/ 446 h 573"/>
                <a:gd name="T10" fmla="*/ 8 w 903"/>
                <a:gd name="T11" fmla="*/ 440 h 573"/>
                <a:gd name="T12" fmla="*/ 12 w 903"/>
                <a:gd name="T13" fmla="*/ 434 h 573"/>
                <a:gd name="T14" fmla="*/ 18 w 903"/>
                <a:gd name="T15" fmla="*/ 428 h 573"/>
                <a:gd name="T16" fmla="*/ 23 w 903"/>
                <a:gd name="T17" fmla="*/ 423 h 573"/>
                <a:gd name="T18" fmla="*/ 30 w 903"/>
                <a:gd name="T19" fmla="*/ 419 h 573"/>
                <a:gd name="T20" fmla="*/ 30 w 903"/>
                <a:gd name="T21" fmla="*/ 30 h 573"/>
                <a:gd name="T22" fmla="*/ 873 w 903"/>
                <a:gd name="T23" fmla="*/ 30 h 573"/>
                <a:gd name="T24" fmla="*/ 873 w 903"/>
                <a:gd name="T25" fmla="*/ 543 h 573"/>
                <a:gd name="T26" fmla="*/ 481 w 903"/>
                <a:gd name="T27" fmla="*/ 543 h 573"/>
                <a:gd name="T28" fmla="*/ 481 w 903"/>
                <a:gd name="T29" fmla="*/ 573 h 573"/>
                <a:gd name="T30" fmla="*/ 903 w 903"/>
                <a:gd name="T31" fmla="*/ 573 h 573"/>
                <a:gd name="T32" fmla="*/ 903 w 903"/>
                <a:gd name="T33" fmla="*/ 0 h 573"/>
                <a:gd name="T34" fmla="*/ 0 w 903"/>
                <a:gd name="T35" fmla="*/ 0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3" h="573">
                  <a:moveTo>
                    <a:pt x="0" y="0"/>
                  </a:moveTo>
                  <a:lnTo>
                    <a:pt x="0" y="467"/>
                  </a:lnTo>
                  <a:lnTo>
                    <a:pt x="1" y="459"/>
                  </a:lnTo>
                  <a:lnTo>
                    <a:pt x="2" y="453"/>
                  </a:lnTo>
                  <a:lnTo>
                    <a:pt x="5" y="446"/>
                  </a:lnTo>
                  <a:lnTo>
                    <a:pt x="8" y="440"/>
                  </a:lnTo>
                  <a:lnTo>
                    <a:pt x="12" y="434"/>
                  </a:lnTo>
                  <a:lnTo>
                    <a:pt x="18" y="428"/>
                  </a:lnTo>
                  <a:lnTo>
                    <a:pt x="23" y="423"/>
                  </a:lnTo>
                  <a:lnTo>
                    <a:pt x="30" y="419"/>
                  </a:lnTo>
                  <a:lnTo>
                    <a:pt x="30" y="30"/>
                  </a:lnTo>
                  <a:lnTo>
                    <a:pt x="873" y="30"/>
                  </a:lnTo>
                  <a:lnTo>
                    <a:pt x="873" y="543"/>
                  </a:lnTo>
                  <a:lnTo>
                    <a:pt x="481" y="543"/>
                  </a:lnTo>
                  <a:lnTo>
                    <a:pt x="481" y="573"/>
                  </a:lnTo>
                  <a:lnTo>
                    <a:pt x="903" y="573"/>
                  </a:lnTo>
                  <a:lnTo>
                    <a:pt x="90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498">
              <a:extLst>
                <a:ext uri="{FF2B5EF4-FFF2-40B4-BE49-F238E27FC236}">
                  <a16:creationId xmlns:a16="http://schemas.microsoft.com/office/drawing/2014/main" id="{7AFA7C18-1B16-C2F5-17E7-AF67D835CA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5075" y="1373188"/>
              <a:ext cx="228600" cy="125413"/>
            </a:xfrm>
            <a:custGeom>
              <a:avLst/>
              <a:gdLst>
                <a:gd name="T0" fmla="*/ 330 w 723"/>
                <a:gd name="T1" fmla="*/ 283 h 392"/>
                <a:gd name="T2" fmla="*/ 295 w 723"/>
                <a:gd name="T3" fmla="*/ 263 h 392"/>
                <a:gd name="T4" fmla="*/ 269 w 723"/>
                <a:gd name="T5" fmla="*/ 232 h 392"/>
                <a:gd name="T6" fmla="*/ 257 w 723"/>
                <a:gd name="T7" fmla="*/ 192 h 392"/>
                <a:gd name="T8" fmla="*/ 260 w 723"/>
                <a:gd name="T9" fmla="*/ 151 h 392"/>
                <a:gd name="T10" fmla="*/ 281 w 723"/>
                <a:gd name="T11" fmla="*/ 115 h 392"/>
                <a:gd name="T12" fmla="*/ 312 w 723"/>
                <a:gd name="T13" fmla="*/ 90 h 392"/>
                <a:gd name="T14" fmla="*/ 350 w 723"/>
                <a:gd name="T15" fmla="*/ 77 h 392"/>
                <a:gd name="T16" fmla="*/ 392 w 723"/>
                <a:gd name="T17" fmla="*/ 81 h 392"/>
                <a:gd name="T18" fmla="*/ 429 w 723"/>
                <a:gd name="T19" fmla="*/ 100 h 392"/>
                <a:gd name="T20" fmla="*/ 454 w 723"/>
                <a:gd name="T21" fmla="*/ 131 h 392"/>
                <a:gd name="T22" fmla="*/ 466 w 723"/>
                <a:gd name="T23" fmla="*/ 171 h 392"/>
                <a:gd name="T24" fmla="*/ 462 w 723"/>
                <a:gd name="T25" fmla="*/ 213 h 392"/>
                <a:gd name="T26" fmla="*/ 443 w 723"/>
                <a:gd name="T27" fmla="*/ 248 h 392"/>
                <a:gd name="T28" fmla="*/ 412 w 723"/>
                <a:gd name="T29" fmla="*/ 274 h 392"/>
                <a:gd name="T30" fmla="*/ 372 w 723"/>
                <a:gd name="T31" fmla="*/ 287 h 392"/>
                <a:gd name="T32" fmla="*/ 96 w 723"/>
                <a:gd name="T33" fmla="*/ 151 h 392"/>
                <a:gd name="T34" fmla="*/ 68 w 723"/>
                <a:gd name="T35" fmla="*/ 131 h 392"/>
                <a:gd name="T36" fmla="*/ 61 w 723"/>
                <a:gd name="T37" fmla="*/ 97 h 392"/>
                <a:gd name="T38" fmla="*/ 80 w 723"/>
                <a:gd name="T39" fmla="*/ 69 h 392"/>
                <a:gd name="T40" fmla="*/ 114 w 723"/>
                <a:gd name="T41" fmla="*/ 63 h 392"/>
                <a:gd name="T42" fmla="*/ 143 w 723"/>
                <a:gd name="T43" fmla="*/ 81 h 392"/>
                <a:gd name="T44" fmla="*/ 150 w 723"/>
                <a:gd name="T45" fmla="*/ 115 h 392"/>
                <a:gd name="T46" fmla="*/ 131 w 723"/>
                <a:gd name="T47" fmla="*/ 144 h 392"/>
                <a:gd name="T48" fmla="*/ 106 w 723"/>
                <a:gd name="T49" fmla="*/ 152 h 392"/>
                <a:gd name="T50" fmla="*/ 642 w 723"/>
                <a:gd name="T51" fmla="*/ 249 h 392"/>
                <a:gd name="T52" fmla="*/ 661 w 723"/>
                <a:gd name="T53" fmla="*/ 278 h 392"/>
                <a:gd name="T54" fmla="*/ 655 w 723"/>
                <a:gd name="T55" fmla="*/ 313 h 392"/>
                <a:gd name="T56" fmla="*/ 626 w 723"/>
                <a:gd name="T57" fmla="*/ 331 h 392"/>
                <a:gd name="T58" fmla="*/ 592 w 723"/>
                <a:gd name="T59" fmla="*/ 324 h 392"/>
                <a:gd name="T60" fmla="*/ 573 w 723"/>
                <a:gd name="T61" fmla="*/ 297 h 392"/>
                <a:gd name="T62" fmla="*/ 580 w 723"/>
                <a:gd name="T63" fmla="*/ 262 h 392"/>
                <a:gd name="T64" fmla="*/ 608 w 723"/>
                <a:gd name="T65" fmla="*/ 243 h 392"/>
                <a:gd name="T66" fmla="*/ 669 w 723"/>
                <a:gd name="T67" fmla="*/ 392 h 392"/>
                <a:gd name="T68" fmla="*/ 691 w 723"/>
                <a:gd name="T69" fmla="*/ 386 h 392"/>
                <a:gd name="T70" fmla="*/ 709 w 723"/>
                <a:gd name="T71" fmla="*/ 371 h 392"/>
                <a:gd name="T72" fmla="*/ 720 w 723"/>
                <a:gd name="T73" fmla="*/ 350 h 392"/>
                <a:gd name="T74" fmla="*/ 723 w 723"/>
                <a:gd name="T75" fmla="*/ 62 h 392"/>
                <a:gd name="T76" fmla="*/ 718 w 723"/>
                <a:gd name="T77" fmla="*/ 38 h 392"/>
                <a:gd name="T78" fmla="*/ 705 w 723"/>
                <a:gd name="T79" fmla="*/ 19 h 392"/>
                <a:gd name="T80" fmla="*/ 686 w 723"/>
                <a:gd name="T81" fmla="*/ 6 h 392"/>
                <a:gd name="T82" fmla="*/ 663 w 723"/>
                <a:gd name="T83" fmla="*/ 2 h 392"/>
                <a:gd name="T84" fmla="*/ 43 w 723"/>
                <a:gd name="T85" fmla="*/ 4 h 392"/>
                <a:gd name="T86" fmla="*/ 22 w 723"/>
                <a:gd name="T87" fmla="*/ 14 h 392"/>
                <a:gd name="T88" fmla="*/ 7 w 723"/>
                <a:gd name="T89" fmla="*/ 33 h 392"/>
                <a:gd name="T90" fmla="*/ 1 w 723"/>
                <a:gd name="T91" fmla="*/ 55 h 392"/>
                <a:gd name="T92" fmla="*/ 46 w 723"/>
                <a:gd name="T93" fmla="*/ 294 h 392"/>
                <a:gd name="T94" fmla="*/ 151 w 723"/>
                <a:gd name="T95" fmla="*/ 287 h 392"/>
                <a:gd name="T96" fmla="*/ 244 w 723"/>
                <a:gd name="T97" fmla="*/ 293 h 392"/>
                <a:gd name="T98" fmla="*/ 326 w 723"/>
                <a:gd name="T99" fmla="*/ 312 h 392"/>
                <a:gd name="T100" fmla="*/ 373 w 723"/>
                <a:gd name="T101" fmla="*/ 337 h 392"/>
                <a:gd name="T102" fmla="*/ 389 w 723"/>
                <a:gd name="T103" fmla="*/ 362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23" h="392">
                  <a:moveTo>
                    <a:pt x="361" y="287"/>
                  </a:moveTo>
                  <a:lnTo>
                    <a:pt x="350" y="287"/>
                  </a:lnTo>
                  <a:lnTo>
                    <a:pt x="341" y="285"/>
                  </a:lnTo>
                  <a:lnTo>
                    <a:pt x="330" y="283"/>
                  </a:lnTo>
                  <a:lnTo>
                    <a:pt x="320" y="278"/>
                  </a:lnTo>
                  <a:lnTo>
                    <a:pt x="312" y="274"/>
                  </a:lnTo>
                  <a:lnTo>
                    <a:pt x="302" y="269"/>
                  </a:lnTo>
                  <a:lnTo>
                    <a:pt x="295" y="263"/>
                  </a:lnTo>
                  <a:lnTo>
                    <a:pt x="287" y="256"/>
                  </a:lnTo>
                  <a:lnTo>
                    <a:pt x="281" y="248"/>
                  </a:lnTo>
                  <a:lnTo>
                    <a:pt x="274" y="241"/>
                  </a:lnTo>
                  <a:lnTo>
                    <a:pt x="269" y="232"/>
                  </a:lnTo>
                  <a:lnTo>
                    <a:pt x="265" y="223"/>
                  </a:lnTo>
                  <a:lnTo>
                    <a:pt x="260" y="213"/>
                  </a:lnTo>
                  <a:lnTo>
                    <a:pt x="258" y="203"/>
                  </a:lnTo>
                  <a:lnTo>
                    <a:pt x="257" y="192"/>
                  </a:lnTo>
                  <a:lnTo>
                    <a:pt x="256" y="182"/>
                  </a:lnTo>
                  <a:lnTo>
                    <a:pt x="257" y="171"/>
                  </a:lnTo>
                  <a:lnTo>
                    <a:pt x="258" y="160"/>
                  </a:lnTo>
                  <a:lnTo>
                    <a:pt x="260" y="151"/>
                  </a:lnTo>
                  <a:lnTo>
                    <a:pt x="265" y="141"/>
                  </a:lnTo>
                  <a:lnTo>
                    <a:pt x="269" y="131"/>
                  </a:lnTo>
                  <a:lnTo>
                    <a:pt x="274" y="123"/>
                  </a:lnTo>
                  <a:lnTo>
                    <a:pt x="281" y="115"/>
                  </a:lnTo>
                  <a:lnTo>
                    <a:pt x="287" y="108"/>
                  </a:lnTo>
                  <a:lnTo>
                    <a:pt x="295" y="100"/>
                  </a:lnTo>
                  <a:lnTo>
                    <a:pt x="302" y="95"/>
                  </a:lnTo>
                  <a:lnTo>
                    <a:pt x="312" y="90"/>
                  </a:lnTo>
                  <a:lnTo>
                    <a:pt x="320" y="84"/>
                  </a:lnTo>
                  <a:lnTo>
                    <a:pt x="330" y="81"/>
                  </a:lnTo>
                  <a:lnTo>
                    <a:pt x="341" y="79"/>
                  </a:lnTo>
                  <a:lnTo>
                    <a:pt x="350" y="77"/>
                  </a:lnTo>
                  <a:lnTo>
                    <a:pt x="361" y="77"/>
                  </a:lnTo>
                  <a:lnTo>
                    <a:pt x="372" y="77"/>
                  </a:lnTo>
                  <a:lnTo>
                    <a:pt x="383" y="79"/>
                  </a:lnTo>
                  <a:lnTo>
                    <a:pt x="392" y="81"/>
                  </a:lnTo>
                  <a:lnTo>
                    <a:pt x="403" y="84"/>
                  </a:lnTo>
                  <a:lnTo>
                    <a:pt x="412" y="90"/>
                  </a:lnTo>
                  <a:lnTo>
                    <a:pt x="420" y="95"/>
                  </a:lnTo>
                  <a:lnTo>
                    <a:pt x="429" y="100"/>
                  </a:lnTo>
                  <a:lnTo>
                    <a:pt x="436" y="108"/>
                  </a:lnTo>
                  <a:lnTo>
                    <a:pt x="443" y="115"/>
                  </a:lnTo>
                  <a:lnTo>
                    <a:pt x="449" y="123"/>
                  </a:lnTo>
                  <a:lnTo>
                    <a:pt x="454" y="131"/>
                  </a:lnTo>
                  <a:lnTo>
                    <a:pt x="459" y="141"/>
                  </a:lnTo>
                  <a:lnTo>
                    <a:pt x="462" y="151"/>
                  </a:lnTo>
                  <a:lnTo>
                    <a:pt x="465" y="160"/>
                  </a:lnTo>
                  <a:lnTo>
                    <a:pt x="466" y="171"/>
                  </a:lnTo>
                  <a:lnTo>
                    <a:pt x="467" y="182"/>
                  </a:lnTo>
                  <a:lnTo>
                    <a:pt x="466" y="192"/>
                  </a:lnTo>
                  <a:lnTo>
                    <a:pt x="465" y="203"/>
                  </a:lnTo>
                  <a:lnTo>
                    <a:pt x="462" y="213"/>
                  </a:lnTo>
                  <a:lnTo>
                    <a:pt x="459" y="223"/>
                  </a:lnTo>
                  <a:lnTo>
                    <a:pt x="454" y="232"/>
                  </a:lnTo>
                  <a:lnTo>
                    <a:pt x="449" y="241"/>
                  </a:lnTo>
                  <a:lnTo>
                    <a:pt x="443" y="248"/>
                  </a:lnTo>
                  <a:lnTo>
                    <a:pt x="436" y="256"/>
                  </a:lnTo>
                  <a:lnTo>
                    <a:pt x="429" y="263"/>
                  </a:lnTo>
                  <a:lnTo>
                    <a:pt x="420" y="269"/>
                  </a:lnTo>
                  <a:lnTo>
                    <a:pt x="412" y="274"/>
                  </a:lnTo>
                  <a:lnTo>
                    <a:pt x="403" y="278"/>
                  </a:lnTo>
                  <a:lnTo>
                    <a:pt x="392" y="283"/>
                  </a:lnTo>
                  <a:lnTo>
                    <a:pt x="383" y="285"/>
                  </a:lnTo>
                  <a:lnTo>
                    <a:pt x="372" y="287"/>
                  </a:lnTo>
                  <a:lnTo>
                    <a:pt x="361" y="287"/>
                  </a:lnTo>
                  <a:lnTo>
                    <a:pt x="361" y="287"/>
                  </a:lnTo>
                  <a:close/>
                  <a:moveTo>
                    <a:pt x="106" y="152"/>
                  </a:moveTo>
                  <a:lnTo>
                    <a:pt x="96" y="151"/>
                  </a:lnTo>
                  <a:lnTo>
                    <a:pt x="88" y="149"/>
                  </a:lnTo>
                  <a:lnTo>
                    <a:pt x="80" y="144"/>
                  </a:lnTo>
                  <a:lnTo>
                    <a:pt x="74" y="139"/>
                  </a:lnTo>
                  <a:lnTo>
                    <a:pt x="68" y="131"/>
                  </a:lnTo>
                  <a:lnTo>
                    <a:pt x="64" y="124"/>
                  </a:lnTo>
                  <a:lnTo>
                    <a:pt x="61" y="115"/>
                  </a:lnTo>
                  <a:lnTo>
                    <a:pt x="61" y="107"/>
                  </a:lnTo>
                  <a:lnTo>
                    <a:pt x="61" y="97"/>
                  </a:lnTo>
                  <a:lnTo>
                    <a:pt x="64" y="88"/>
                  </a:lnTo>
                  <a:lnTo>
                    <a:pt x="68" y="81"/>
                  </a:lnTo>
                  <a:lnTo>
                    <a:pt x="74" y="74"/>
                  </a:lnTo>
                  <a:lnTo>
                    <a:pt x="80" y="69"/>
                  </a:lnTo>
                  <a:lnTo>
                    <a:pt x="88" y="65"/>
                  </a:lnTo>
                  <a:lnTo>
                    <a:pt x="96" y="63"/>
                  </a:lnTo>
                  <a:lnTo>
                    <a:pt x="106" y="62"/>
                  </a:lnTo>
                  <a:lnTo>
                    <a:pt x="114" y="63"/>
                  </a:lnTo>
                  <a:lnTo>
                    <a:pt x="123" y="65"/>
                  </a:lnTo>
                  <a:lnTo>
                    <a:pt x="131" y="69"/>
                  </a:lnTo>
                  <a:lnTo>
                    <a:pt x="137" y="74"/>
                  </a:lnTo>
                  <a:lnTo>
                    <a:pt x="143" y="81"/>
                  </a:lnTo>
                  <a:lnTo>
                    <a:pt x="147" y="88"/>
                  </a:lnTo>
                  <a:lnTo>
                    <a:pt x="150" y="97"/>
                  </a:lnTo>
                  <a:lnTo>
                    <a:pt x="151" y="107"/>
                  </a:lnTo>
                  <a:lnTo>
                    <a:pt x="150" y="115"/>
                  </a:lnTo>
                  <a:lnTo>
                    <a:pt x="148" y="124"/>
                  </a:lnTo>
                  <a:lnTo>
                    <a:pt x="143" y="131"/>
                  </a:lnTo>
                  <a:lnTo>
                    <a:pt x="137" y="139"/>
                  </a:lnTo>
                  <a:lnTo>
                    <a:pt x="131" y="144"/>
                  </a:lnTo>
                  <a:lnTo>
                    <a:pt x="123" y="149"/>
                  </a:lnTo>
                  <a:lnTo>
                    <a:pt x="114" y="151"/>
                  </a:lnTo>
                  <a:lnTo>
                    <a:pt x="106" y="152"/>
                  </a:lnTo>
                  <a:lnTo>
                    <a:pt x="106" y="152"/>
                  </a:lnTo>
                  <a:close/>
                  <a:moveTo>
                    <a:pt x="617" y="242"/>
                  </a:moveTo>
                  <a:lnTo>
                    <a:pt x="626" y="243"/>
                  </a:lnTo>
                  <a:lnTo>
                    <a:pt x="635" y="245"/>
                  </a:lnTo>
                  <a:lnTo>
                    <a:pt x="642" y="249"/>
                  </a:lnTo>
                  <a:lnTo>
                    <a:pt x="650" y="255"/>
                  </a:lnTo>
                  <a:lnTo>
                    <a:pt x="655" y="262"/>
                  </a:lnTo>
                  <a:lnTo>
                    <a:pt x="659" y="270"/>
                  </a:lnTo>
                  <a:lnTo>
                    <a:pt x="661" y="278"/>
                  </a:lnTo>
                  <a:lnTo>
                    <a:pt x="663" y="287"/>
                  </a:lnTo>
                  <a:lnTo>
                    <a:pt x="661" y="297"/>
                  </a:lnTo>
                  <a:lnTo>
                    <a:pt x="659" y="305"/>
                  </a:lnTo>
                  <a:lnTo>
                    <a:pt x="655" y="313"/>
                  </a:lnTo>
                  <a:lnTo>
                    <a:pt x="650" y="319"/>
                  </a:lnTo>
                  <a:lnTo>
                    <a:pt x="642" y="324"/>
                  </a:lnTo>
                  <a:lnTo>
                    <a:pt x="635" y="329"/>
                  </a:lnTo>
                  <a:lnTo>
                    <a:pt x="626" y="331"/>
                  </a:lnTo>
                  <a:lnTo>
                    <a:pt x="617" y="332"/>
                  </a:lnTo>
                  <a:lnTo>
                    <a:pt x="608" y="331"/>
                  </a:lnTo>
                  <a:lnTo>
                    <a:pt x="600" y="329"/>
                  </a:lnTo>
                  <a:lnTo>
                    <a:pt x="592" y="324"/>
                  </a:lnTo>
                  <a:lnTo>
                    <a:pt x="585" y="319"/>
                  </a:lnTo>
                  <a:lnTo>
                    <a:pt x="580" y="313"/>
                  </a:lnTo>
                  <a:lnTo>
                    <a:pt x="576" y="305"/>
                  </a:lnTo>
                  <a:lnTo>
                    <a:pt x="573" y="297"/>
                  </a:lnTo>
                  <a:lnTo>
                    <a:pt x="572" y="287"/>
                  </a:lnTo>
                  <a:lnTo>
                    <a:pt x="573" y="278"/>
                  </a:lnTo>
                  <a:lnTo>
                    <a:pt x="576" y="270"/>
                  </a:lnTo>
                  <a:lnTo>
                    <a:pt x="580" y="262"/>
                  </a:lnTo>
                  <a:lnTo>
                    <a:pt x="585" y="255"/>
                  </a:lnTo>
                  <a:lnTo>
                    <a:pt x="592" y="249"/>
                  </a:lnTo>
                  <a:lnTo>
                    <a:pt x="600" y="245"/>
                  </a:lnTo>
                  <a:lnTo>
                    <a:pt x="608" y="243"/>
                  </a:lnTo>
                  <a:lnTo>
                    <a:pt x="617" y="242"/>
                  </a:lnTo>
                  <a:close/>
                  <a:moveTo>
                    <a:pt x="391" y="392"/>
                  </a:moveTo>
                  <a:lnTo>
                    <a:pt x="663" y="392"/>
                  </a:lnTo>
                  <a:lnTo>
                    <a:pt x="669" y="392"/>
                  </a:lnTo>
                  <a:lnTo>
                    <a:pt x="674" y="391"/>
                  </a:lnTo>
                  <a:lnTo>
                    <a:pt x="681" y="390"/>
                  </a:lnTo>
                  <a:lnTo>
                    <a:pt x="686" y="388"/>
                  </a:lnTo>
                  <a:lnTo>
                    <a:pt x="691" y="386"/>
                  </a:lnTo>
                  <a:lnTo>
                    <a:pt x="697" y="382"/>
                  </a:lnTo>
                  <a:lnTo>
                    <a:pt x="701" y="379"/>
                  </a:lnTo>
                  <a:lnTo>
                    <a:pt x="705" y="375"/>
                  </a:lnTo>
                  <a:lnTo>
                    <a:pt x="709" y="371"/>
                  </a:lnTo>
                  <a:lnTo>
                    <a:pt x="713" y="366"/>
                  </a:lnTo>
                  <a:lnTo>
                    <a:pt x="715" y="361"/>
                  </a:lnTo>
                  <a:lnTo>
                    <a:pt x="718" y="356"/>
                  </a:lnTo>
                  <a:lnTo>
                    <a:pt x="720" y="350"/>
                  </a:lnTo>
                  <a:lnTo>
                    <a:pt x="721" y="345"/>
                  </a:lnTo>
                  <a:lnTo>
                    <a:pt x="723" y="338"/>
                  </a:lnTo>
                  <a:lnTo>
                    <a:pt x="723" y="332"/>
                  </a:lnTo>
                  <a:lnTo>
                    <a:pt x="723" y="62"/>
                  </a:lnTo>
                  <a:lnTo>
                    <a:pt x="723" y="55"/>
                  </a:lnTo>
                  <a:lnTo>
                    <a:pt x="721" y="49"/>
                  </a:lnTo>
                  <a:lnTo>
                    <a:pt x="720" y="43"/>
                  </a:lnTo>
                  <a:lnTo>
                    <a:pt x="718" y="38"/>
                  </a:lnTo>
                  <a:lnTo>
                    <a:pt x="715" y="33"/>
                  </a:lnTo>
                  <a:lnTo>
                    <a:pt x="713" y="27"/>
                  </a:lnTo>
                  <a:lnTo>
                    <a:pt x="709" y="23"/>
                  </a:lnTo>
                  <a:lnTo>
                    <a:pt x="705" y="19"/>
                  </a:lnTo>
                  <a:lnTo>
                    <a:pt x="701" y="14"/>
                  </a:lnTo>
                  <a:lnTo>
                    <a:pt x="697" y="11"/>
                  </a:lnTo>
                  <a:lnTo>
                    <a:pt x="691" y="8"/>
                  </a:lnTo>
                  <a:lnTo>
                    <a:pt x="686" y="6"/>
                  </a:lnTo>
                  <a:lnTo>
                    <a:pt x="681" y="4"/>
                  </a:lnTo>
                  <a:lnTo>
                    <a:pt x="674" y="3"/>
                  </a:lnTo>
                  <a:lnTo>
                    <a:pt x="669" y="2"/>
                  </a:lnTo>
                  <a:lnTo>
                    <a:pt x="663" y="2"/>
                  </a:lnTo>
                  <a:lnTo>
                    <a:pt x="61" y="0"/>
                  </a:lnTo>
                  <a:lnTo>
                    <a:pt x="54" y="2"/>
                  </a:lnTo>
                  <a:lnTo>
                    <a:pt x="48" y="3"/>
                  </a:lnTo>
                  <a:lnTo>
                    <a:pt x="43" y="4"/>
                  </a:lnTo>
                  <a:lnTo>
                    <a:pt x="37" y="6"/>
                  </a:lnTo>
                  <a:lnTo>
                    <a:pt x="32" y="8"/>
                  </a:lnTo>
                  <a:lnTo>
                    <a:pt x="27" y="11"/>
                  </a:lnTo>
                  <a:lnTo>
                    <a:pt x="22" y="14"/>
                  </a:lnTo>
                  <a:lnTo>
                    <a:pt x="18" y="19"/>
                  </a:lnTo>
                  <a:lnTo>
                    <a:pt x="14" y="23"/>
                  </a:lnTo>
                  <a:lnTo>
                    <a:pt x="10" y="27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3" y="43"/>
                  </a:lnTo>
                  <a:lnTo>
                    <a:pt x="2" y="49"/>
                  </a:lnTo>
                  <a:lnTo>
                    <a:pt x="1" y="55"/>
                  </a:lnTo>
                  <a:lnTo>
                    <a:pt x="0" y="62"/>
                  </a:lnTo>
                  <a:lnTo>
                    <a:pt x="0" y="304"/>
                  </a:lnTo>
                  <a:lnTo>
                    <a:pt x="22" y="299"/>
                  </a:lnTo>
                  <a:lnTo>
                    <a:pt x="46" y="294"/>
                  </a:lnTo>
                  <a:lnTo>
                    <a:pt x="68" y="291"/>
                  </a:lnTo>
                  <a:lnTo>
                    <a:pt x="90" y="290"/>
                  </a:lnTo>
                  <a:lnTo>
                    <a:pt x="126" y="288"/>
                  </a:lnTo>
                  <a:lnTo>
                    <a:pt x="151" y="287"/>
                  </a:lnTo>
                  <a:lnTo>
                    <a:pt x="172" y="288"/>
                  </a:lnTo>
                  <a:lnTo>
                    <a:pt x="206" y="289"/>
                  </a:lnTo>
                  <a:lnTo>
                    <a:pt x="225" y="291"/>
                  </a:lnTo>
                  <a:lnTo>
                    <a:pt x="244" y="293"/>
                  </a:lnTo>
                  <a:lnTo>
                    <a:pt x="266" y="297"/>
                  </a:lnTo>
                  <a:lnTo>
                    <a:pt x="286" y="300"/>
                  </a:lnTo>
                  <a:lnTo>
                    <a:pt x="306" y="305"/>
                  </a:lnTo>
                  <a:lnTo>
                    <a:pt x="326" y="312"/>
                  </a:lnTo>
                  <a:lnTo>
                    <a:pt x="344" y="318"/>
                  </a:lnTo>
                  <a:lnTo>
                    <a:pt x="360" y="327"/>
                  </a:lnTo>
                  <a:lnTo>
                    <a:pt x="366" y="332"/>
                  </a:lnTo>
                  <a:lnTo>
                    <a:pt x="373" y="337"/>
                  </a:lnTo>
                  <a:lnTo>
                    <a:pt x="378" y="343"/>
                  </a:lnTo>
                  <a:lnTo>
                    <a:pt x="383" y="349"/>
                  </a:lnTo>
                  <a:lnTo>
                    <a:pt x="387" y="356"/>
                  </a:lnTo>
                  <a:lnTo>
                    <a:pt x="389" y="362"/>
                  </a:lnTo>
                  <a:lnTo>
                    <a:pt x="391" y="369"/>
                  </a:lnTo>
                  <a:lnTo>
                    <a:pt x="391" y="377"/>
                  </a:lnTo>
                  <a:lnTo>
                    <a:pt x="391" y="3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499">
              <a:extLst>
                <a:ext uri="{FF2B5EF4-FFF2-40B4-BE49-F238E27FC236}">
                  <a16:creationId xmlns:a16="http://schemas.microsoft.com/office/drawing/2014/main" id="{72A75003-7E3D-66CC-B834-7FA4794FE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98613"/>
              <a:ext cx="133350" cy="33338"/>
            </a:xfrm>
            <a:custGeom>
              <a:avLst/>
              <a:gdLst>
                <a:gd name="T0" fmla="*/ 0 w 421"/>
                <a:gd name="T1" fmla="*/ 44 h 104"/>
                <a:gd name="T2" fmla="*/ 2 w 421"/>
                <a:gd name="T3" fmla="*/ 52 h 104"/>
                <a:gd name="T4" fmla="*/ 5 w 421"/>
                <a:gd name="T5" fmla="*/ 56 h 104"/>
                <a:gd name="T6" fmla="*/ 6 w 421"/>
                <a:gd name="T7" fmla="*/ 59 h 104"/>
                <a:gd name="T8" fmla="*/ 11 w 421"/>
                <a:gd name="T9" fmla="*/ 65 h 104"/>
                <a:gd name="T10" fmla="*/ 13 w 421"/>
                <a:gd name="T11" fmla="*/ 65 h 104"/>
                <a:gd name="T12" fmla="*/ 31 w 421"/>
                <a:gd name="T13" fmla="*/ 76 h 104"/>
                <a:gd name="T14" fmla="*/ 32 w 421"/>
                <a:gd name="T15" fmla="*/ 77 h 104"/>
                <a:gd name="T16" fmla="*/ 41 w 421"/>
                <a:gd name="T17" fmla="*/ 80 h 104"/>
                <a:gd name="T18" fmla="*/ 45 w 421"/>
                <a:gd name="T19" fmla="*/ 81 h 104"/>
                <a:gd name="T20" fmla="*/ 53 w 421"/>
                <a:gd name="T21" fmla="*/ 84 h 104"/>
                <a:gd name="T22" fmla="*/ 61 w 421"/>
                <a:gd name="T23" fmla="*/ 86 h 104"/>
                <a:gd name="T24" fmla="*/ 66 w 421"/>
                <a:gd name="T25" fmla="*/ 87 h 104"/>
                <a:gd name="T26" fmla="*/ 98 w 421"/>
                <a:gd name="T27" fmla="*/ 95 h 104"/>
                <a:gd name="T28" fmla="*/ 133 w 421"/>
                <a:gd name="T29" fmla="*/ 99 h 104"/>
                <a:gd name="T30" fmla="*/ 197 w 421"/>
                <a:gd name="T31" fmla="*/ 104 h 104"/>
                <a:gd name="T32" fmla="*/ 211 w 421"/>
                <a:gd name="T33" fmla="*/ 104 h 104"/>
                <a:gd name="T34" fmla="*/ 225 w 421"/>
                <a:gd name="T35" fmla="*/ 104 h 104"/>
                <a:gd name="T36" fmla="*/ 289 w 421"/>
                <a:gd name="T37" fmla="*/ 99 h 104"/>
                <a:gd name="T38" fmla="*/ 322 w 421"/>
                <a:gd name="T39" fmla="*/ 95 h 104"/>
                <a:gd name="T40" fmla="*/ 356 w 421"/>
                <a:gd name="T41" fmla="*/ 87 h 104"/>
                <a:gd name="T42" fmla="*/ 360 w 421"/>
                <a:gd name="T43" fmla="*/ 86 h 104"/>
                <a:gd name="T44" fmla="*/ 368 w 421"/>
                <a:gd name="T45" fmla="*/ 84 h 104"/>
                <a:gd name="T46" fmla="*/ 376 w 421"/>
                <a:gd name="T47" fmla="*/ 81 h 104"/>
                <a:gd name="T48" fmla="*/ 379 w 421"/>
                <a:gd name="T49" fmla="*/ 80 h 104"/>
                <a:gd name="T50" fmla="*/ 390 w 421"/>
                <a:gd name="T51" fmla="*/ 77 h 104"/>
                <a:gd name="T52" fmla="*/ 391 w 421"/>
                <a:gd name="T53" fmla="*/ 76 h 104"/>
                <a:gd name="T54" fmla="*/ 409 w 421"/>
                <a:gd name="T55" fmla="*/ 65 h 104"/>
                <a:gd name="T56" fmla="*/ 409 w 421"/>
                <a:gd name="T57" fmla="*/ 65 h 104"/>
                <a:gd name="T58" fmla="*/ 416 w 421"/>
                <a:gd name="T59" fmla="*/ 59 h 104"/>
                <a:gd name="T60" fmla="*/ 417 w 421"/>
                <a:gd name="T61" fmla="*/ 56 h 104"/>
                <a:gd name="T62" fmla="*/ 420 w 421"/>
                <a:gd name="T63" fmla="*/ 52 h 104"/>
                <a:gd name="T64" fmla="*/ 421 w 421"/>
                <a:gd name="T65" fmla="*/ 44 h 104"/>
                <a:gd name="T66" fmla="*/ 410 w 421"/>
                <a:gd name="T67" fmla="*/ 4 h 104"/>
                <a:gd name="T68" fmla="*/ 386 w 421"/>
                <a:gd name="T69" fmla="*/ 10 h 104"/>
                <a:gd name="T70" fmla="*/ 344 w 421"/>
                <a:gd name="T71" fmla="*/ 19 h 104"/>
                <a:gd name="T72" fmla="*/ 284 w 421"/>
                <a:gd name="T73" fmla="*/ 25 h 104"/>
                <a:gd name="T74" fmla="*/ 231 w 421"/>
                <a:gd name="T75" fmla="*/ 28 h 104"/>
                <a:gd name="T76" fmla="*/ 191 w 421"/>
                <a:gd name="T77" fmla="*/ 28 h 104"/>
                <a:gd name="T78" fmla="*/ 138 w 421"/>
                <a:gd name="T79" fmla="*/ 25 h 104"/>
                <a:gd name="T80" fmla="*/ 78 w 421"/>
                <a:gd name="T81" fmla="*/ 19 h 104"/>
                <a:gd name="T82" fmla="*/ 35 w 421"/>
                <a:gd name="T83" fmla="*/ 10 h 104"/>
                <a:gd name="T84" fmla="*/ 10 w 421"/>
                <a:gd name="T85" fmla="*/ 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21" h="104">
                  <a:moveTo>
                    <a:pt x="0" y="0"/>
                  </a:moveTo>
                  <a:lnTo>
                    <a:pt x="0" y="44"/>
                  </a:lnTo>
                  <a:lnTo>
                    <a:pt x="1" y="48"/>
                  </a:lnTo>
                  <a:lnTo>
                    <a:pt x="2" y="52"/>
                  </a:lnTo>
                  <a:lnTo>
                    <a:pt x="3" y="54"/>
                  </a:lnTo>
                  <a:lnTo>
                    <a:pt x="5" y="56"/>
                  </a:lnTo>
                  <a:lnTo>
                    <a:pt x="5" y="57"/>
                  </a:lnTo>
                  <a:lnTo>
                    <a:pt x="6" y="59"/>
                  </a:lnTo>
                  <a:lnTo>
                    <a:pt x="8" y="62"/>
                  </a:lnTo>
                  <a:lnTo>
                    <a:pt x="11" y="65"/>
                  </a:lnTo>
                  <a:lnTo>
                    <a:pt x="11" y="65"/>
                  </a:lnTo>
                  <a:lnTo>
                    <a:pt x="13" y="65"/>
                  </a:lnTo>
                  <a:lnTo>
                    <a:pt x="20" y="70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32" y="77"/>
                  </a:lnTo>
                  <a:lnTo>
                    <a:pt x="36" y="79"/>
                  </a:lnTo>
                  <a:lnTo>
                    <a:pt x="41" y="80"/>
                  </a:lnTo>
                  <a:lnTo>
                    <a:pt x="44" y="81"/>
                  </a:lnTo>
                  <a:lnTo>
                    <a:pt x="45" y="81"/>
                  </a:lnTo>
                  <a:lnTo>
                    <a:pt x="49" y="83"/>
                  </a:lnTo>
                  <a:lnTo>
                    <a:pt x="53" y="84"/>
                  </a:lnTo>
                  <a:lnTo>
                    <a:pt x="58" y="85"/>
                  </a:lnTo>
                  <a:lnTo>
                    <a:pt x="61" y="86"/>
                  </a:lnTo>
                  <a:lnTo>
                    <a:pt x="64" y="87"/>
                  </a:lnTo>
                  <a:lnTo>
                    <a:pt x="66" y="87"/>
                  </a:lnTo>
                  <a:lnTo>
                    <a:pt x="82" y="92"/>
                  </a:lnTo>
                  <a:lnTo>
                    <a:pt x="98" y="95"/>
                  </a:lnTo>
                  <a:lnTo>
                    <a:pt x="115" y="97"/>
                  </a:lnTo>
                  <a:lnTo>
                    <a:pt x="133" y="99"/>
                  </a:lnTo>
                  <a:lnTo>
                    <a:pt x="166" y="102"/>
                  </a:lnTo>
                  <a:lnTo>
                    <a:pt x="197" y="104"/>
                  </a:lnTo>
                  <a:lnTo>
                    <a:pt x="203" y="104"/>
                  </a:lnTo>
                  <a:lnTo>
                    <a:pt x="211" y="104"/>
                  </a:lnTo>
                  <a:lnTo>
                    <a:pt x="217" y="104"/>
                  </a:lnTo>
                  <a:lnTo>
                    <a:pt x="225" y="104"/>
                  </a:lnTo>
                  <a:lnTo>
                    <a:pt x="255" y="102"/>
                  </a:lnTo>
                  <a:lnTo>
                    <a:pt x="289" y="99"/>
                  </a:lnTo>
                  <a:lnTo>
                    <a:pt x="306" y="97"/>
                  </a:lnTo>
                  <a:lnTo>
                    <a:pt x="322" y="95"/>
                  </a:lnTo>
                  <a:lnTo>
                    <a:pt x="340" y="92"/>
                  </a:lnTo>
                  <a:lnTo>
                    <a:pt x="356" y="87"/>
                  </a:lnTo>
                  <a:lnTo>
                    <a:pt x="358" y="87"/>
                  </a:lnTo>
                  <a:lnTo>
                    <a:pt x="360" y="86"/>
                  </a:lnTo>
                  <a:lnTo>
                    <a:pt x="364" y="85"/>
                  </a:lnTo>
                  <a:lnTo>
                    <a:pt x="368" y="84"/>
                  </a:lnTo>
                  <a:lnTo>
                    <a:pt x="372" y="83"/>
                  </a:lnTo>
                  <a:lnTo>
                    <a:pt x="376" y="81"/>
                  </a:lnTo>
                  <a:lnTo>
                    <a:pt x="378" y="81"/>
                  </a:lnTo>
                  <a:lnTo>
                    <a:pt x="379" y="80"/>
                  </a:lnTo>
                  <a:lnTo>
                    <a:pt x="385" y="79"/>
                  </a:lnTo>
                  <a:lnTo>
                    <a:pt x="390" y="77"/>
                  </a:lnTo>
                  <a:lnTo>
                    <a:pt x="390" y="76"/>
                  </a:lnTo>
                  <a:lnTo>
                    <a:pt x="391" y="76"/>
                  </a:lnTo>
                  <a:lnTo>
                    <a:pt x="401" y="70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13" y="62"/>
                  </a:lnTo>
                  <a:lnTo>
                    <a:pt x="416" y="59"/>
                  </a:lnTo>
                  <a:lnTo>
                    <a:pt x="417" y="57"/>
                  </a:lnTo>
                  <a:lnTo>
                    <a:pt x="417" y="56"/>
                  </a:lnTo>
                  <a:lnTo>
                    <a:pt x="419" y="54"/>
                  </a:lnTo>
                  <a:lnTo>
                    <a:pt x="420" y="52"/>
                  </a:lnTo>
                  <a:lnTo>
                    <a:pt x="421" y="48"/>
                  </a:lnTo>
                  <a:lnTo>
                    <a:pt x="421" y="44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7"/>
                  </a:lnTo>
                  <a:lnTo>
                    <a:pt x="386" y="10"/>
                  </a:lnTo>
                  <a:lnTo>
                    <a:pt x="373" y="13"/>
                  </a:lnTo>
                  <a:lnTo>
                    <a:pt x="344" y="19"/>
                  </a:lnTo>
                  <a:lnTo>
                    <a:pt x="314" y="23"/>
                  </a:lnTo>
                  <a:lnTo>
                    <a:pt x="284" y="25"/>
                  </a:lnTo>
                  <a:lnTo>
                    <a:pt x="256" y="27"/>
                  </a:lnTo>
                  <a:lnTo>
                    <a:pt x="231" y="28"/>
                  </a:lnTo>
                  <a:lnTo>
                    <a:pt x="211" y="28"/>
                  </a:lnTo>
                  <a:lnTo>
                    <a:pt x="191" y="28"/>
                  </a:lnTo>
                  <a:lnTo>
                    <a:pt x="166" y="27"/>
                  </a:lnTo>
                  <a:lnTo>
                    <a:pt x="138" y="25"/>
                  </a:lnTo>
                  <a:lnTo>
                    <a:pt x="108" y="23"/>
                  </a:lnTo>
                  <a:lnTo>
                    <a:pt x="78" y="19"/>
                  </a:lnTo>
                  <a:lnTo>
                    <a:pt x="49" y="13"/>
                  </a:lnTo>
                  <a:lnTo>
                    <a:pt x="35" y="10"/>
                  </a:lnTo>
                  <a:lnTo>
                    <a:pt x="22" y="7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500">
              <a:extLst>
                <a:ext uri="{FF2B5EF4-FFF2-40B4-BE49-F238E27FC236}">
                  <a16:creationId xmlns:a16="http://schemas.microsoft.com/office/drawing/2014/main" id="{DF2BCC3D-C728-1DBC-4B25-1DC21C035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474788"/>
              <a:ext cx="133350" cy="28575"/>
            </a:xfrm>
            <a:custGeom>
              <a:avLst/>
              <a:gdLst>
                <a:gd name="T0" fmla="*/ 420 w 420"/>
                <a:gd name="T1" fmla="*/ 58 h 90"/>
                <a:gd name="T2" fmla="*/ 419 w 420"/>
                <a:gd name="T3" fmla="*/ 55 h 90"/>
                <a:gd name="T4" fmla="*/ 418 w 420"/>
                <a:gd name="T5" fmla="*/ 50 h 90"/>
                <a:gd name="T6" fmla="*/ 416 w 420"/>
                <a:gd name="T7" fmla="*/ 47 h 90"/>
                <a:gd name="T8" fmla="*/ 413 w 420"/>
                <a:gd name="T9" fmla="*/ 44 h 90"/>
                <a:gd name="T10" fmla="*/ 406 w 420"/>
                <a:gd name="T11" fmla="*/ 37 h 90"/>
                <a:gd name="T12" fmla="*/ 397 w 420"/>
                <a:gd name="T13" fmla="*/ 32 h 90"/>
                <a:gd name="T14" fmla="*/ 386 w 420"/>
                <a:gd name="T15" fmla="*/ 27 h 90"/>
                <a:gd name="T16" fmla="*/ 374 w 420"/>
                <a:gd name="T17" fmla="*/ 22 h 90"/>
                <a:gd name="T18" fmla="*/ 360 w 420"/>
                <a:gd name="T19" fmla="*/ 18 h 90"/>
                <a:gd name="T20" fmla="*/ 345 w 420"/>
                <a:gd name="T21" fmla="*/ 14 h 90"/>
                <a:gd name="T22" fmla="*/ 313 w 420"/>
                <a:gd name="T23" fmla="*/ 9 h 90"/>
                <a:gd name="T24" fmla="*/ 277 w 420"/>
                <a:gd name="T25" fmla="*/ 3 h 90"/>
                <a:gd name="T26" fmla="*/ 243 w 420"/>
                <a:gd name="T27" fmla="*/ 1 h 90"/>
                <a:gd name="T28" fmla="*/ 210 w 420"/>
                <a:gd name="T29" fmla="*/ 0 h 90"/>
                <a:gd name="T30" fmla="*/ 172 w 420"/>
                <a:gd name="T31" fmla="*/ 1 h 90"/>
                <a:gd name="T32" fmla="*/ 133 w 420"/>
                <a:gd name="T33" fmla="*/ 4 h 90"/>
                <a:gd name="T34" fmla="*/ 113 w 420"/>
                <a:gd name="T35" fmla="*/ 7 h 90"/>
                <a:gd name="T36" fmla="*/ 94 w 420"/>
                <a:gd name="T37" fmla="*/ 11 h 90"/>
                <a:gd name="T38" fmla="*/ 76 w 420"/>
                <a:gd name="T39" fmla="*/ 14 h 90"/>
                <a:gd name="T40" fmla="*/ 59 w 420"/>
                <a:gd name="T41" fmla="*/ 18 h 90"/>
                <a:gd name="T42" fmla="*/ 59 w 420"/>
                <a:gd name="T43" fmla="*/ 18 h 90"/>
                <a:gd name="T44" fmla="*/ 55 w 420"/>
                <a:gd name="T45" fmla="*/ 19 h 90"/>
                <a:gd name="T46" fmla="*/ 52 w 420"/>
                <a:gd name="T47" fmla="*/ 20 h 90"/>
                <a:gd name="T48" fmla="*/ 48 w 420"/>
                <a:gd name="T49" fmla="*/ 21 h 90"/>
                <a:gd name="T50" fmla="*/ 44 w 420"/>
                <a:gd name="T51" fmla="*/ 22 h 90"/>
                <a:gd name="T52" fmla="*/ 43 w 420"/>
                <a:gd name="T53" fmla="*/ 24 h 90"/>
                <a:gd name="T54" fmla="*/ 40 w 420"/>
                <a:gd name="T55" fmla="*/ 24 h 90"/>
                <a:gd name="T56" fmla="*/ 35 w 420"/>
                <a:gd name="T57" fmla="*/ 26 h 90"/>
                <a:gd name="T58" fmla="*/ 31 w 420"/>
                <a:gd name="T59" fmla="*/ 28 h 90"/>
                <a:gd name="T60" fmla="*/ 30 w 420"/>
                <a:gd name="T61" fmla="*/ 28 h 90"/>
                <a:gd name="T62" fmla="*/ 30 w 420"/>
                <a:gd name="T63" fmla="*/ 28 h 90"/>
                <a:gd name="T64" fmla="*/ 19 w 420"/>
                <a:gd name="T65" fmla="*/ 33 h 90"/>
                <a:gd name="T66" fmla="*/ 12 w 420"/>
                <a:gd name="T67" fmla="*/ 40 h 90"/>
                <a:gd name="T68" fmla="*/ 10 w 420"/>
                <a:gd name="T69" fmla="*/ 40 h 90"/>
                <a:gd name="T70" fmla="*/ 10 w 420"/>
                <a:gd name="T71" fmla="*/ 40 h 90"/>
                <a:gd name="T72" fmla="*/ 7 w 420"/>
                <a:gd name="T73" fmla="*/ 43 h 90"/>
                <a:gd name="T74" fmla="*/ 5 w 420"/>
                <a:gd name="T75" fmla="*/ 46 h 90"/>
                <a:gd name="T76" fmla="*/ 4 w 420"/>
                <a:gd name="T77" fmla="*/ 47 h 90"/>
                <a:gd name="T78" fmla="*/ 4 w 420"/>
                <a:gd name="T79" fmla="*/ 48 h 90"/>
                <a:gd name="T80" fmla="*/ 2 w 420"/>
                <a:gd name="T81" fmla="*/ 50 h 90"/>
                <a:gd name="T82" fmla="*/ 1 w 420"/>
                <a:gd name="T83" fmla="*/ 52 h 90"/>
                <a:gd name="T84" fmla="*/ 0 w 420"/>
                <a:gd name="T85" fmla="*/ 56 h 90"/>
                <a:gd name="T86" fmla="*/ 0 w 420"/>
                <a:gd name="T87" fmla="*/ 58 h 90"/>
                <a:gd name="T88" fmla="*/ 8 w 420"/>
                <a:gd name="T89" fmla="*/ 63 h 90"/>
                <a:gd name="T90" fmla="*/ 22 w 420"/>
                <a:gd name="T91" fmla="*/ 68 h 90"/>
                <a:gd name="T92" fmla="*/ 43 w 420"/>
                <a:gd name="T93" fmla="*/ 74 h 90"/>
                <a:gd name="T94" fmla="*/ 67 w 420"/>
                <a:gd name="T95" fmla="*/ 78 h 90"/>
                <a:gd name="T96" fmla="*/ 96 w 420"/>
                <a:gd name="T97" fmla="*/ 84 h 90"/>
                <a:gd name="T98" fmla="*/ 131 w 420"/>
                <a:gd name="T99" fmla="*/ 87 h 90"/>
                <a:gd name="T100" fmla="*/ 168 w 420"/>
                <a:gd name="T101" fmla="*/ 90 h 90"/>
                <a:gd name="T102" fmla="*/ 210 w 420"/>
                <a:gd name="T103" fmla="*/ 90 h 90"/>
                <a:gd name="T104" fmla="*/ 251 w 420"/>
                <a:gd name="T105" fmla="*/ 90 h 90"/>
                <a:gd name="T106" fmla="*/ 289 w 420"/>
                <a:gd name="T107" fmla="*/ 87 h 90"/>
                <a:gd name="T108" fmla="*/ 323 w 420"/>
                <a:gd name="T109" fmla="*/ 84 h 90"/>
                <a:gd name="T110" fmla="*/ 353 w 420"/>
                <a:gd name="T111" fmla="*/ 78 h 90"/>
                <a:gd name="T112" fmla="*/ 377 w 420"/>
                <a:gd name="T113" fmla="*/ 74 h 90"/>
                <a:gd name="T114" fmla="*/ 398 w 420"/>
                <a:gd name="T115" fmla="*/ 68 h 90"/>
                <a:gd name="T116" fmla="*/ 412 w 420"/>
                <a:gd name="T117" fmla="*/ 62 h 90"/>
                <a:gd name="T118" fmla="*/ 420 w 420"/>
                <a:gd name="T119" fmla="*/ 5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20" h="90">
                  <a:moveTo>
                    <a:pt x="420" y="58"/>
                  </a:moveTo>
                  <a:lnTo>
                    <a:pt x="419" y="55"/>
                  </a:lnTo>
                  <a:lnTo>
                    <a:pt x="418" y="50"/>
                  </a:lnTo>
                  <a:lnTo>
                    <a:pt x="416" y="47"/>
                  </a:lnTo>
                  <a:lnTo>
                    <a:pt x="413" y="44"/>
                  </a:lnTo>
                  <a:lnTo>
                    <a:pt x="406" y="37"/>
                  </a:lnTo>
                  <a:lnTo>
                    <a:pt x="397" y="32"/>
                  </a:lnTo>
                  <a:lnTo>
                    <a:pt x="386" y="27"/>
                  </a:lnTo>
                  <a:lnTo>
                    <a:pt x="374" y="22"/>
                  </a:lnTo>
                  <a:lnTo>
                    <a:pt x="360" y="18"/>
                  </a:lnTo>
                  <a:lnTo>
                    <a:pt x="345" y="14"/>
                  </a:lnTo>
                  <a:lnTo>
                    <a:pt x="313" y="9"/>
                  </a:lnTo>
                  <a:lnTo>
                    <a:pt x="277" y="3"/>
                  </a:lnTo>
                  <a:lnTo>
                    <a:pt x="243" y="1"/>
                  </a:lnTo>
                  <a:lnTo>
                    <a:pt x="210" y="0"/>
                  </a:lnTo>
                  <a:lnTo>
                    <a:pt x="172" y="1"/>
                  </a:lnTo>
                  <a:lnTo>
                    <a:pt x="133" y="4"/>
                  </a:lnTo>
                  <a:lnTo>
                    <a:pt x="113" y="7"/>
                  </a:lnTo>
                  <a:lnTo>
                    <a:pt x="94" y="11"/>
                  </a:lnTo>
                  <a:lnTo>
                    <a:pt x="76" y="14"/>
                  </a:lnTo>
                  <a:lnTo>
                    <a:pt x="59" y="18"/>
                  </a:lnTo>
                  <a:lnTo>
                    <a:pt x="59" y="18"/>
                  </a:lnTo>
                  <a:lnTo>
                    <a:pt x="55" y="19"/>
                  </a:lnTo>
                  <a:lnTo>
                    <a:pt x="52" y="20"/>
                  </a:lnTo>
                  <a:lnTo>
                    <a:pt x="48" y="21"/>
                  </a:lnTo>
                  <a:lnTo>
                    <a:pt x="44" y="22"/>
                  </a:lnTo>
                  <a:lnTo>
                    <a:pt x="43" y="24"/>
                  </a:lnTo>
                  <a:lnTo>
                    <a:pt x="40" y="24"/>
                  </a:lnTo>
                  <a:lnTo>
                    <a:pt x="35" y="26"/>
                  </a:lnTo>
                  <a:lnTo>
                    <a:pt x="31" y="28"/>
                  </a:lnTo>
                  <a:lnTo>
                    <a:pt x="30" y="28"/>
                  </a:lnTo>
                  <a:lnTo>
                    <a:pt x="30" y="28"/>
                  </a:lnTo>
                  <a:lnTo>
                    <a:pt x="19" y="33"/>
                  </a:lnTo>
                  <a:lnTo>
                    <a:pt x="12" y="40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7" y="43"/>
                  </a:lnTo>
                  <a:lnTo>
                    <a:pt x="5" y="46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2" y="50"/>
                  </a:lnTo>
                  <a:lnTo>
                    <a:pt x="1" y="52"/>
                  </a:lnTo>
                  <a:lnTo>
                    <a:pt x="0" y="56"/>
                  </a:lnTo>
                  <a:lnTo>
                    <a:pt x="0" y="58"/>
                  </a:lnTo>
                  <a:lnTo>
                    <a:pt x="8" y="63"/>
                  </a:lnTo>
                  <a:lnTo>
                    <a:pt x="22" y="68"/>
                  </a:lnTo>
                  <a:lnTo>
                    <a:pt x="43" y="74"/>
                  </a:lnTo>
                  <a:lnTo>
                    <a:pt x="67" y="78"/>
                  </a:lnTo>
                  <a:lnTo>
                    <a:pt x="96" y="84"/>
                  </a:lnTo>
                  <a:lnTo>
                    <a:pt x="131" y="87"/>
                  </a:lnTo>
                  <a:lnTo>
                    <a:pt x="168" y="90"/>
                  </a:lnTo>
                  <a:lnTo>
                    <a:pt x="210" y="90"/>
                  </a:lnTo>
                  <a:lnTo>
                    <a:pt x="251" y="90"/>
                  </a:lnTo>
                  <a:lnTo>
                    <a:pt x="289" y="87"/>
                  </a:lnTo>
                  <a:lnTo>
                    <a:pt x="323" y="84"/>
                  </a:lnTo>
                  <a:lnTo>
                    <a:pt x="353" y="78"/>
                  </a:lnTo>
                  <a:lnTo>
                    <a:pt x="377" y="74"/>
                  </a:lnTo>
                  <a:lnTo>
                    <a:pt x="398" y="68"/>
                  </a:lnTo>
                  <a:lnTo>
                    <a:pt x="412" y="62"/>
                  </a:lnTo>
                  <a:lnTo>
                    <a:pt x="420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501">
              <a:extLst>
                <a:ext uri="{FF2B5EF4-FFF2-40B4-BE49-F238E27FC236}">
                  <a16:creationId xmlns:a16="http://schemas.microsoft.com/office/drawing/2014/main" id="{86643B63-A099-625E-E03B-FD8D90492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03363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7 h 75"/>
                <a:gd name="T10" fmla="*/ 67 w 421"/>
                <a:gd name="T11" fmla="*/ 62 h 75"/>
                <a:gd name="T12" fmla="*/ 97 w 421"/>
                <a:gd name="T13" fmla="*/ 68 h 75"/>
                <a:gd name="T14" fmla="*/ 130 w 421"/>
                <a:gd name="T15" fmla="*/ 71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1 h 75"/>
                <a:gd name="T24" fmla="*/ 325 w 421"/>
                <a:gd name="T25" fmla="*/ 68 h 75"/>
                <a:gd name="T26" fmla="*/ 355 w 421"/>
                <a:gd name="T27" fmla="*/ 62 h 75"/>
                <a:gd name="T28" fmla="*/ 379 w 421"/>
                <a:gd name="T29" fmla="*/ 57 h 75"/>
                <a:gd name="T30" fmla="*/ 399 w 421"/>
                <a:gd name="T31" fmla="*/ 52 h 75"/>
                <a:gd name="T32" fmla="*/ 414 w 421"/>
                <a:gd name="T33" fmla="*/ 46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8 h 75"/>
                <a:gd name="T42" fmla="*/ 386 w 421"/>
                <a:gd name="T43" fmla="*/ 12 h 75"/>
                <a:gd name="T44" fmla="*/ 373 w 421"/>
                <a:gd name="T45" fmla="*/ 14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8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8 h 75"/>
                <a:gd name="T74" fmla="*/ 10 w 421"/>
                <a:gd name="T75" fmla="*/ 4 h 75"/>
                <a:gd name="T76" fmla="*/ 0 w 421"/>
                <a:gd name="T77" fmla="*/ 0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7"/>
                  </a:lnTo>
                  <a:lnTo>
                    <a:pt x="67" y="62"/>
                  </a:lnTo>
                  <a:lnTo>
                    <a:pt x="97" y="68"/>
                  </a:lnTo>
                  <a:lnTo>
                    <a:pt x="130" y="71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1"/>
                  </a:lnTo>
                  <a:lnTo>
                    <a:pt x="325" y="68"/>
                  </a:lnTo>
                  <a:lnTo>
                    <a:pt x="355" y="62"/>
                  </a:lnTo>
                  <a:lnTo>
                    <a:pt x="379" y="57"/>
                  </a:lnTo>
                  <a:lnTo>
                    <a:pt x="399" y="52"/>
                  </a:lnTo>
                  <a:lnTo>
                    <a:pt x="414" y="46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8"/>
                  </a:lnTo>
                  <a:lnTo>
                    <a:pt x="386" y="12"/>
                  </a:lnTo>
                  <a:lnTo>
                    <a:pt x="373" y="14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8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8"/>
                  </a:lnTo>
                  <a:lnTo>
                    <a:pt x="1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502">
              <a:extLst>
                <a:ext uri="{FF2B5EF4-FFF2-40B4-BE49-F238E27FC236}">
                  <a16:creationId xmlns:a16="http://schemas.microsoft.com/office/drawing/2014/main" id="{C15AA138-0C74-03A6-8B2A-1B5C94AD8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74800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8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8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1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8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8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503">
              <a:extLst>
                <a:ext uri="{FF2B5EF4-FFF2-40B4-BE49-F238E27FC236}">
                  <a16:creationId xmlns:a16="http://schemas.microsoft.com/office/drawing/2014/main" id="{F476FA79-6915-E92D-2D66-254DB26FD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50988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7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7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504">
              <a:extLst>
                <a:ext uri="{FF2B5EF4-FFF2-40B4-BE49-F238E27FC236}">
                  <a16:creationId xmlns:a16="http://schemas.microsoft.com/office/drawing/2014/main" id="{F479A48E-19F0-27E0-9674-9C561FED0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27175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8 h 75"/>
                <a:gd name="T10" fmla="*/ 67 w 421"/>
                <a:gd name="T11" fmla="*/ 63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3 h 75"/>
                <a:gd name="T28" fmla="*/ 379 w 421"/>
                <a:gd name="T29" fmla="*/ 58 h 75"/>
                <a:gd name="T30" fmla="*/ 399 w 421"/>
                <a:gd name="T31" fmla="*/ 52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4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8"/>
                  </a:lnTo>
                  <a:lnTo>
                    <a:pt x="67" y="63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3"/>
                  </a:lnTo>
                  <a:lnTo>
                    <a:pt x="379" y="58"/>
                  </a:lnTo>
                  <a:lnTo>
                    <a:pt x="399" y="52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8" name="Group 17" descr="Icon of human being and speech bubble. ">
            <a:extLst>
              <a:ext uri="{FF2B5EF4-FFF2-40B4-BE49-F238E27FC236}">
                <a16:creationId xmlns:a16="http://schemas.microsoft.com/office/drawing/2014/main" id="{214304E2-C2B7-B696-53B0-17CE0FDB05A8}"/>
              </a:ext>
            </a:extLst>
          </p:cNvPr>
          <p:cNvGrpSpPr/>
          <p:nvPr/>
        </p:nvGrpSpPr>
        <p:grpSpPr>
          <a:xfrm>
            <a:off x="3960616" y="3508159"/>
            <a:ext cx="378221" cy="380335"/>
            <a:chOff x="3171788" y="779462"/>
            <a:chExt cx="284163" cy="285751"/>
          </a:xfrm>
          <a:solidFill>
            <a:schemeClr val="bg1"/>
          </a:solidFill>
        </p:grpSpPr>
        <p:sp>
          <p:nvSpPr>
            <p:cNvPr id="24" name="Freeform 2993">
              <a:extLst>
                <a:ext uri="{FF2B5EF4-FFF2-40B4-BE49-F238E27FC236}">
                  <a16:creationId xmlns:a16="http://schemas.microsoft.com/office/drawing/2014/main" id="{798A2FEA-B8C5-4CA3-D6D7-20C9BD9CEE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2994">
              <a:extLst>
                <a:ext uri="{FF2B5EF4-FFF2-40B4-BE49-F238E27FC236}">
                  <a16:creationId xmlns:a16="http://schemas.microsoft.com/office/drawing/2014/main" id="{FCDE5BC0-B3BB-70A5-81A5-D401D1925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44" name="Group 43" descr="Icon of paper and pen. ">
            <a:extLst>
              <a:ext uri="{FF2B5EF4-FFF2-40B4-BE49-F238E27FC236}">
                <a16:creationId xmlns:a16="http://schemas.microsoft.com/office/drawing/2014/main" id="{FC6DB268-5353-6474-6FD6-357058ED2BAA}"/>
              </a:ext>
            </a:extLst>
          </p:cNvPr>
          <p:cNvGrpSpPr/>
          <p:nvPr/>
        </p:nvGrpSpPr>
        <p:grpSpPr>
          <a:xfrm>
            <a:off x="4729603" y="5348867"/>
            <a:ext cx="380920" cy="353217"/>
            <a:chOff x="7018338" y="4656138"/>
            <a:chExt cx="287337" cy="285750"/>
          </a:xfrm>
          <a:solidFill>
            <a:schemeClr val="bg1"/>
          </a:solidFill>
        </p:grpSpPr>
        <p:sp>
          <p:nvSpPr>
            <p:cNvPr id="45" name="Freeform 4604">
              <a:extLst>
                <a:ext uri="{FF2B5EF4-FFF2-40B4-BE49-F238E27FC236}">
                  <a16:creationId xmlns:a16="http://schemas.microsoft.com/office/drawing/2014/main" id="{60F5DA75-3978-A10E-5E0B-272D3CA1DE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18338" y="4656138"/>
              <a:ext cx="230188" cy="285750"/>
            </a:xfrm>
            <a:custGeom>
              <a:avLst/>
              <a:gdLst>
                <a:gd name="T0" fmla="*/ 351 w 723"/>
                <a:gd name="T1" fmla="*/ 416 h 903"/>
                <a:gd name="T2" fmla="*/ 348 w 723"/>
                <a:gd name="T3" fmla="*/ 400 h 903"/>
                <a:gd name="T4" fmla="*/ 362 w 723"/>
                <a:gd name="T5" fmla="*/ 391 h 903"/>
                <a:gd name="T6" fmla="*/ 525 w 723"/>
                <a:gd name="T7" fmla="*/ 398 h 903"/>
                <a:gd name="T8" fmla="*/ 525 w 723"/>
                <a:gd name="T9" fmla="*/ 414 h 903"/>
                <a:gd name="T10" fmla="*/ 513 w 723"/>
                <a:gd name="T11" fmla="*/ 572 h 903"/>
                <a:gd name="T12" fmla="*/ 349 w 723"/>
                <a:gd name="T13" fmla="*/ 565 h 903"/>
                <a:gd name="T14" fmla="*/ 349 w 723"/>
                <a:gd name="T15" fmla="*/ 548 h 903"/>
                <a:gd name="T16" fmla="*/ 513 w 723"/>
                <a:gd name="T17" fmla="*/ 542 h 903"/>
                <a:gd name="T18" fmla="*/ 526 w 723"/>
                <a:gd name="T19" fmla="*/ 551 h 903"/>
                <a:gd name="T20" fmla="*/ 523 w 723"/>
                <a:gd name="T21" fmla="*/ 568 h 903"/>
                <a:gd name="T22" fmla="*/ 362 w 723"/>
                <a:gd name="T23" fmla="*/ 722 h 903"/>
                <a:gd name="T24" fmla="*/ 348 w 723"/>
                <a:gd name="T25" fmla="*/ 713 h 903"/>
                <a:gd name="T26" fmla="*/ 351 w 723"/>
                <a:gd name="T27" fmla="*/ 696 h 903"/>
                <a:gd name="T28" fmla="*/ 515 w 723"/>
                <a:gd name="T29" fmla="*/ 693 h 903"/>
                <a:gd name="T30" fmla="*/ 528 w 723"/>
                <a:gd name="T31" fmla="*/ 704 h 903"/>
                <a:gd name="T32" fmla="*/ 521 w 723"/>
                <a:gd name="T33" fmla="*/ 720 h 903"/>
                <a:gd name="T34" fmla="*/ 232 w 723"/>
                <a:gd name="T35" fmla="*/ 405 h 903"/>
                <a:gd name="T36" fmla="*/ 198 w 723"/>
                <a:gd name="T37" fmla="*/ 381 h 903"/>
                <a:gd name="T38" fmla="*/ 200 w 723"/>
                <a:gd name="T39" fmla="*/ 365 h 903"/>
                <a:gd name="T40" fmla="*/ 217 w 723"/>
                <a:gd name="T41" fmla="*/ 362 h 903"/>
                <a:gd name="T42" fmla="*/ 296 w 723"/>
                <a:gd name="T43" fmla="*/ 302 h 903"/>
                <a:gd name="T44" fmla="*/ 312 w 723"/>
                <a:gd name="T45" fmla="*/ 306 h 903"/>
                <a:gd name="T46" fmla="*/ 315 w 723"/>
                <a:gd name="T47" fmla="*/ 321 h 903"/>
                <a:gd name="T48" fmla="*/ 226 w 723"/>
                <a:gd name="T49" fmla="*/ 556 h 903"/>
                <a:gd name="T50" fmla="*/ 197 w 723"/>
                <a:gd name="T51" fmla="*/ 529 h 903"/>
                <a:gd name="T52" fmla="*/ 203 w 723"/>
                <a:gd name="T53" fmla="*/ 514 h 903"/>
                <a:gd name="T54" fmla="*/ 219 w 723"/>
                <a:gd name="T55" fmla="*/ 514 h 903"/>
                <a:gd name="T56" fmla="*/ 298 w 723"/>
                <a:gd name="T57" fmla="*/ 451 h 903"/>
                <a:gd name="T58" fmla="*/ 314 w 723"/>
                <a:gd name="T59" fmla="*/ 458 h 903"/>
                <a:gd name="T60" fmla="*/ 314 w 723"/>
                <a:gd name="T61" fmla="*/ 475 h 903"/>
                <a:gd name="T62" fmla="*/ 155 w 723"/>
                <a:gd name="T63" fmla="*/ 238 h 903"/>
                <a:gd name="T64" fmla="*/ 208 w 723"/>
                <a:gd name="T65" fmla="*/ 197 h 903"/>
                <a:gd name="T66" fmla="*/ 164 w 723"/>
                <a:gd name="T67" fmla="*/ 236 h 903"/>
                <a:gd name="T68" fmla="*/ 31 w 723"/>
                <a:gd name="T69" fmla="*/ 125 h 903"/>
                <a:gd name="T70" fmla="*/ 53 w 723"/>
                <a:gd name="T71" fmla="*/ 68 h 903"/>
                <a:gd name="T72" fmla="*/ 101 w 723"/>
                <a:gd name="T73" fmla="*/ 35 h 903"/>
                <a:gd name="T74" fmla="*/ 150 w 723"/>
                <a:gd name="T75" fmla="*/ 36 h 903"/>
                <a:gd name="T76" fmla="*/ 210 w 723"/>
                <a:gd name="T77" fmla="*/ 80 h 903"/>
                <a:gd name="T78" fmla="*/ 226 w 723"/>
                <a:gd name="T79" fmla="*/ 143 h 903"/>
                <a:gd name="T80" fmla="*/ 125 w 723"/>
                <a:gd name="T81" fmla="*/ 154 h 903"/>
                <a:gd name="T82" fmla="*/ 136 w 723"/>
                <a:gd name="T83" fmla="*/ 0 h 903"/>
                <a:gd name="T84" fmla="*/ 104 w 723"/>
                <a:gd name="T85" fmla="*/ 2 h 903"/>
                <a:gd name="T86" fmla="*/ 39 w 723"/>
                <a:gd name="T87" fmla="*/ 40 h 903"/>
                <a:gd name="T88" fmla="*/ 4 w 723"/>
                <a:gd name="T89" fmla="*/ 108 h 903"/>
                <a:gd name="T90" fmla="*/ 4 w 723"/>
                <a:gd name="T91" fmla="*/ 625 h 903"/>
                <a:gd name="T92" fmla="*/ 121 w 723"/>
                <a:gd name="T93" fmla="*/ 632 h 903"/>
                <a:gd name="T94" fmla="*/ 128 w 723"/>
                <a:gd name="T95" fmla="*/ 901 h 903"/>
                <a:gd name="T96" fmla="*/ 593 w 723"/>
                <a:gd name="T97" fmla="*/ 902 h 903"/>
                <a:gd name="T98" fmla="*/ 603 w 723"/>
                <a:gd name="T99" fmla="*/ 888 h 903"/>
                <a:gd name="T100" fmla="*/ 660 w 723"/>
                <a:gd name="T101" fmla="*/ 248 h 903"/>
                <a:gd name="T102" fmla="*/ 708 w 723"/>
                <a:gd name="T103" fmla="*/ 194 h 903"/>
                <a:gd name="T104" fmla="*/ 723 w 723"/>
                <a:gd name="T105" fmla="*/ 121 h 903"/>
                <a:gd name="T106" fmla="*/ 691 w 723"/>
                <a:gd name="T107" fmla="*/ 50 h 903"/>
                <a:gd name="T108" fmla="*/ 627 w 723"/>
                <a:gd name="T109" fmla="*/ 6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23" h="903">
                  <a:moveTo>
                    <a:pt x="513" y="421"/>
                  </a:moveTo>
                  <a:lnTo>
                    <a:pt x="362" y="421"/>
                  </a:lnTo>
                  <a:lnTo>
                    <a:pt x="359" y="421"/>
                  </a:lnTo>
                  <a:lnTo>
                    <a:pt x="356" y="420"/>
                  </a:lnTo>
                  <a:lnTo>
                    <a:pt x="354" y="418"/>
                  </a:lnTo>
                  <a:lnTo>
                    <a:pt x="351" y="416"/>
                  </a:lnTo>
                  <a:lnTo>
                    <a:pt x="349" y="414"/>
                  </a:lnTo>
                  <a:lnTo>
                    <a:pt x="348" y="412"/>
                  </a:lnTo>
                  <a:lnTo>
                    <a:pt x="347" y="409"/>
                  </a:lnTo>
                  <a:lnTo>
                    <a:pt x="347" y="406"/>
                  </a:lnTo>
                  <a:lnTo>
                    <a:pt x="347" y="403"/>
                  </a:lnTo>
                  <a:lnTo>
                    <a:pt x="348" y="400"/>
                  </a:lnTo>
                  <a:lnTo>
                    <a:pt x="349" y="398"/>
                  </a:lnTo>
                  <a:lnTo>
                    <a:pt x="351" y="396"/>
                  </a:lnTo>
                  <a:lnTo>
                    <a:pt x="354" y="394"/>
                  </a:lnTo>
                  <a:lnTo>
                    <a:pt x="356" y="393"/>
                  </a:lnTo>
                  <a:lnTo>
                    <a:pt x="359" y="391"/>
                  </a:lnTo>
                  <a:lnTo>
                    <a:pt x="362" y="391"/>
                  </a:lnTo>
                  <a:lnTo>
                    <a:pt x="513" y="391"/>
                  </a:lnTo>
                  <a:lnTo>
                    <a:pt x="515" y="391"/>
                  </a:lnTo>
                  <a:lnTo>
                    <a:pt x="519" y="393"/>
                  </a:lnTo>
                  <a:lnTo>
                    <a:pt x="521" y="394"/>
                  </a:lnTo>
                  <a:lnTo>
                    <a:pt x="523" y="396"/>
                  </a:lnTo>
                  <a:lnTo>
                    <a:pt x="525" y="398"/>
                  </a:lnTo>
                  <a:lnTo>
                    <a:pt x="526" y="400"/>
                  </a:lnTo>
                  <a:lnTo>
                    <a:pt x="528" y="403"/>
                  </a:lnTo>
                  <a:lnTo>
                    <a:pt x="528" y="406"/>
                  </a:lnTo>
                  <a:lnTo>
                    <a:pt x="528" y="409"/>
                  </a:lnTo>
                  <a:lnTo>
                    <a:pt x="526" y="412"/>
                  </a:lnTo>
                  <a:lnTo>
                    <a:pt x="525" y="414"/>
                  </a:lnTo>
                  <a:lnTo>
                    <a:pt x="523" y="416"/>
                  </a:lnTo>
                  <a:lnTo>
                    <a:pt x="521" y="418"/>
                  </a:lnTo>
                  <a:lnTo>
                    <a:pt x="519" y="420"/>
                  </a:lnTo>
                  <a:lnTo>
                    <a:pt x="515" y="421"/>
                  </a:lnTo>
                  <a:lnTo>
                    <a:pt x="513" y="421"/>
                  </a:lnTo>
                  <a:close/>
                  <a:moveTo>
                    <a:pt x="513" y="572"/>
                  </a:moveTo>
                  <a:lnTo>
                    <a:pt x="362" y="572"/>
                  </a:lnTo>
                  <a:lnTo>
                    <a:pt x="359" y="571"/>
                  </a:lnTo>
                  <a:lnTo>
                    <a:pt x="356" y="571"/>
                  </a:lnTo>
                  <a:lnTo>
                    <a:pt x="354" y="569"/>
                  </a:lnTo>
                  <a:lnTo>
                    <a:pt x="351" y="568"/>
                  </a:lnTo>
                  <a:lnTo>
                    <a:pt x="349" y="565"/>
                  </a:lnTo>
                  <a:lnTo>
                    <a:pt x="348" y="563"/>
                  </a:lnTo>
                  <a:lnTo>
                    <a:pt x="347" y="560"/>
                  </a:lnTo>
                  <a:lnTo>
                    <a:pt x="347" y="556"/>
                  </a:lnTo>
                  <a:lnTo>
                    <a:pt x="347" y="554"/>
                  </a:lnTo>
                  <a:lnTo>
                    <a:pt x="348" y="551"/>
                  </a:lnTo>
                  <a:lnTo>
                    <a:pt x="349" y="548"/>
                  </a:lnTo>
                  <a:lnTo>
                    <a:pt x="351" y="546"/>
                  </a:lnTo>
                  <a:lnTo>
                    <a:pt x="354" y="544"/>
                  </a:lnTo>
                  <a:lnTo>
                    <a:pt x="356" y="543"/>
                  </a:lnTo>
                  <a:lnTo>
                    <a:pt x="359" y="542"/>
                  </a:lnTo>
                  <a:lnTo>
                    <a:pt x="362" y="542"/>
                  </a:lnTo>
                  <a:lnTo>
                    <a:pt x="513" y="542"/>
                  </a:lnTo>
                  <a:lnTo>
                    <a:pt x="515" y="542"/>
                  </a:lnTo>
                  <a:lnTo>
                    <a:pt x="519" y="543"/>
                  </a:lnTo>
                  <a:lnTo>
                    <a:pt x="521" y="544"/>
                  </a:lnTo>
                  <a:lnTo>
                    <a:pt x="523" y="546"/>
                  </a:lnTo>
                  <a:lnTo>
                    <a:pt x="525" y="548"/>
                  </a:lnTo>
                  <a:lnTo>
                    <a:pt x="526" y="551"/>
                  </a:lnTo>
                  <a:lnTo>
                    <a:pt x="528" y="554"/>
                  </a:lnTo>
                  <a:lnTo>
                    <a:pt x="528" y="556"/>
                  </a:lnTo>
                  <a:lnTo>
                    <a:pt x="528" y="560"/>
                  </a:lnTo>
                  <a:lnTo>
                    <a:pt x="526" y="563"/>
                  </a:lnTo>
                  <a:lnTo>
                    <a:pt x="525" y="565"/>
                  </a:lnTo>
                  <a:lnTo>
                    <a:pt x="523" y="568"/>
                  </a:lnTo>
                  <a:lnTo>
                    <a:pt x="521" y="569"/>
                  </a:lnTo>
                  <a:lnTo>
                    <a:pt x="519" y="571"/>
                  </a:lnTo>
                  <a:lnTo>
                    <a:pt x="515" y="571"/>
                  </a:lnTo>
                  <a:lnTo>
                    <a:pt x="513" y="572"/>
                  </a:lnTo>
                  <a:close/>
                  <a:moveTo>
                    <a:pt x="513" y="722"/>
                  </a:moveTo>
                  <a:lnTo>
                    <a:pt x="362" y="722"/>
                  </a:lnTo>
                  <a:lnTo>
                    <a:pt x="359" y="722"/>
                  </a:lnTo>
                  <a:lnTo>
                    <a:pt x="356" y="721"/>
                  </a:lnTo>
                  <a:lnTo>
                    <a:pt x="354" y="720"/>
                  </a:lnTo>
                  <a:lnTo>
                    <a:pt x="351" y="718"/>
                  </a:lnTo>
                  <a:lnTo>
                    <a:pt x="349" y="716"/>
                  </a:lnTo>
                  <a:lnTo>
                    <a:pt x="348" y="713"/>
                  </a:lnTo>
                  <a:lnTo>
                    <a:pt x="347" y="710"/>
                  </a:lnTo>
                  <a:lnTo>
                    <a:pt x="347" y="708"/>
                  </a:lnTo>
                  <a:lnTo>
                    <a:pt x="347" y="704"/>
                  </a:lnTo>
                  <a:lnTo>
                    <a:pt x="348" y="702"/>
                  </a:lnTo>
                  <a:lnTo>
                    <a:pt x="349" y="699"/>
                  </a:lnTo>
                  <a:lnTo>
                    <a:pt x="351" y="696"/>
                  </a:lnTo>
                  <a:lnTo>
                    <a:pt x="354" y="695"/>
                  </a:lnTo>
                  <a:lnTo>
                    <a:pt x="356" y="693"/>
                  </a:lnTo>
                  <a:lnTo>
                    <a:pt x="359" y="693"/>
                  </a:lnTo>
                  <a:lnTo>
                    <a:pt x="362" y="692"/>
                  </a:lnTo>
                  <a:lnTo>
                    <a:pt x="513" y="692"/>
                  </a:lnTo>
                  <a:lnTo>
                    <a:pt x="515" y="693"/>
                  </a:lnTo>
                  <a:lnTo>
                    <a:pt x="519" y="693"/>
                  </a:lnTo>
                  <a:lnTo>
                    <a:pt x="521" y="695"/>
                  </a:lnTo>
                  <a:lnTo>
                    <a:pt x="523" y="696"/>
                  </a:lnTo>
                  <a:lnTo>
                    <a:pt x="525" y="699"/>
                  </a:lnTo>
                  <a:lnTo>
                    <a:pt x="526" y="702"/>
                  </a:lnTo>
                  <a:lnTo>
                    <a:pt x="528" y="704"/>
                  </a:lnTo>
                  <a:lnTo>
                    <a:pt x="528" y="708"/>
                  </a:lnTo>
                  <a:lnTo>
                    <a:pt x="528" y="710"/>
                  </a:lnTo>
                  <a:lnTo>
                    <a:pt x="526" y="713"/>
                  </a:lnTo>
                  <a:lnTo>
                    <a:pt x="525" y="716"/>
                  </a:lnTo>
                  <a:lnTo>
                    <a:pt x="523" y="718"/>
                  </a:lnTo>
                  <a:lnTo>
                    <a:pt x="521" y="720"/>
                  </a:lnTo>
                  <a:lnTo>
                    <a:pt x="519" y="721"/>
                  </a:lnTo>
                  <a:lnTo>
                    <a:pt x="515" y="722"/>
                  </a:lnTo>
                  <a:lnTo>
                    <a:pt x="513" y="722"/>
                  </a:lnTo>
                  <a:close/>
                  <a:moveTo>
                    <a:pt x="312" y="326"/>
                  </a:moveTo>
                  <a:lnTo>
                    <a:pt x="237" y="402"/>
                  </a:lnTo>
                  <a:lnTo>
                    <a:pt x="232" y="405"/>
                  </a:lnTo>
                  <a:lnTo>
                    <a:pt x="226" y="406"/>
                  </a:lnTo>
                  <a:lnTo>
                    <a:pt x="220" y="405"/>
                  </a:lnTo>
                  <a:lnTo>
                    <a:pt x="216" y="402"/>
                  </a:lnTo>
                  <a:lnTo>
                    <a:pt x="200" y="387"/>
                  </a:lnTo>
                  <a:lnTo>
                    <a:pt x="199" y="385"/>
                  </a:lnTo>
                  <a:lnTo>
                    <a:pt x="198" y="381"/>
                  </a:lnTo>
                  <a:lnTo>
                    <a:pt x="197" y="379"/>
                  </a:lnTo>
                  <a:lnTo>
                    <a:pt x="197" y="376"/>
                  </a:lnTo>
                  <a:lnTo>
                    <a:pt x="197" y="373"/>
                  </a:lnTo>
                  <a:lnTo>
                    <a:pt x="198" y="370"/>
                  </a:lnTo>
                  <a:lnTo>
                    <a:pt x="199" y="368"/>
                  </a:lnTo>
                  <a:lnTo>
                    <a:pt x="200" y="365"/>
                  </a:lnTo>
                  <a:lnTo>
                    <a:pt x="203" y="363"/>
                  </a:lnTo>
                  <a:lnTo>
                    <a:pt x="206" y="362"/>
                  </a:lnTo>
                  <a:lnTo>
                    <a:pt x="208" y="361"/>
                  </a:lnTo>
                  <a:lnTo>
                    <a:pt x="211" y="361"/>
                  </a:lnTo>
                  <a:lnTo>
                    <a:pt x="214" y="361"/>
                  </a:lnTo>
                  <a:lnTo>
                    <a:pt x="217" y="362"/>
                  </a:lnTo>
                  <a:lnTo>
                    <a:pt x="219" y="363"/>
                  </a:lnTo>
                  <a:lnTo>
                    <a:pt x="221" y="365"/>
                  </a:lnTo>
                  <a:lnTo>
                    <a:pt x="226" y="370"/>
                  </a:lnTo>
                  <a:lnTo>
                    <a:pt x="290" y="306"/>
                  </a:lnTo>
                  <a:lnTo>
                    <a:pt x="294" y="303"/>
                  </a:lnTo>
                  <a:lnTo>
                    <a:pt x="296" y="302"/>
                  </a:lnTo>
                  <a:lnTo>
                    <a:pt x="298" y="301"/>
                  </a:lnTo>
                  <a:lnTo>
                    <a:pt x="302" y="301"/>
                  </a:lnTo>
                  <a:lnTo>
                    <a:pt x="304" y="301"/>
                  </a:lnTo>
                  <a:lnTo>
                    <a:pt x="307" y="302"/>
                  </a:lnTo>
                  <a:lnTo>
                    <a:pt x="310" y="303"/>
                  </a:lnTo>
                  <a:lnTo>
                    <a:pt x="312" y="306"/>
                  </a:lnTo>
                  <a:lnTo>
                    <a:pt x="314" y="308"/>
                  </a:lnTo>
                  <a:lnTo>
                    <a:pt x="315" y="310"/>
                  </a:lnTo>
                  <a:lnTo>
                    <a:pt x="316" y="312"/>
                  </a:lnTo>
                  <a:lnTo>
                    <a:pt x="316" y="316"/>
                  </a:lnTo>
                  <a:lnTo>
                    <a:pt x="316" y="319"/>
                  </a:lnTo>
                  <a:lnTo>
                    <a:pt x="315" y="321"/>
                  </a:lnTo>
                  <a:lnTo>
                    <a:pt x="314" y="324"/>
                  </a:lnTo>
                  <a:lnTo>
                    <a:pt x="312" y="326"/>
                  </a:lnTo>
                  <a:close/>
                  <a:moveTo>
                    <a:pt x="312" y="477"/>
                  </a:moveTo>
                  <a:lnTo>
                    <a:pt x="237" y="552"/>
                  </a:lnTo>
                  <a:lnTo>
                    <a:pt x="232" y="555"/>
                  </a:lnTo>
                  <a:lnTo>
                    <a:pt x="226" y="556"/>
                  </a:lnTo>
                  <a:lnTo>
                    <a:pt x="220" y="555"/>
                  </a:lnTo>
                  <a:lnTo>
                    <a:pt x="216" y="552"/>
                  </a:lnTo>
                  <a:lnTo>
                    <a:pt x="200" y="537"/>
                  </a:lnTo>
                  <a:lnTo>
                    <a:pt x="199" y="535"/>
                  </a:lnTo>
                  <a:lnTo>
                    <a:pt x="198" y="533"/>
                  </a:lnTo>
                  <a:lnTo>
                    <a:pt x="197" y="529"/>
                  </a:lnTo>
                  <a:lnTo>
                    <a:pt x="197" y="527"/>
                  </a:lnTo>
                  <a:lnTo>
                    <a:pt x="197" y="524"/>
                  </a:lnTo>
                  <a:lnTo>
                    <a:pt x="198" y="521"/>
                  </a:lnTo>
                  <a:lnTo>
                    <a:pt x="199" y="518"/>
                  </a:lnTo>
                  <a:lnTo>
                    <a:pt x="200" y="516"/>
                  </a:lnTo>
                  <a:lnTo>
                    <a:pt x="203" y="514"/>
                  </a:lnTo>
                  <a:lnTo>
                    <a:pt x="206" y="512"/>
                  </a:lnTo>
                  <a:lnTo>
                    <a:pt x="208" y="512"/>
                  </a:lnTo>
                  <a:lnTo>
                    <a:pt x="211" y="511"/>
                  </a:lnTo>
                  <a:lnTo>
                    <a:pt x="214" y="512"/>
                  </a:lnTo>
                  <a:lnTo>
                    <a:pt x="217" y="512"/>
                  </a:lnTo>
                  <a:lnTo>
                    <a:pt x="219" y="514"/>
                  </a:lnTo>
                  <a:lnTo>
                    <a:pt x="221" y="516"/>
                  </a:lnTo>
                  <a:lnTo>
                    <a:pt x="226" y="520"/>
                  </a:lnTo>
                  <a:lnTo>
                    <a:pt x="290" y="456"/>
                  </a:lnTo>
                  <a:lnTo>
                    <a:pt x="294" y="454"/>
                  </a:lnTo>
                  <a:lnTo>
                    <a:pt x="296" y="452"/>
                  </a:lnTo>
                  <a:lnTo>
                    <a:pt x="298" y="451"/>
                  </a:lnTo>
                  <a:lnTo>
                    <a:pt x="302" y="451"/>
                  </a:lnTo>
                  <a:lnTo>
                    <a:pt x="304" y="451"/>
                  </a:lnTo>
                  <a:lnTo>
                    <a:pt x="307" y="452"/>
                  </a:lnTo>
                  <a:lnTo>
                    <a:pt x="310" y="454"/>
                  </a:lnTo>
                  <a:lnTo>
                    <a:pt x="312" y="456"/>
                  </a:lnTo>
                  <a:lnTo>
                    <a:pt x="314" y="458"/>
                  </a:lnTo>
                  <a:lnTo>
                    <a:pt x="315" y="460"/>
                  </a:lnTo>
                  <a:lnTo>
                    <a:pt x="316" y="464"/>
                  </a:lnTo>
                  <a:lnTo>
                    <a:pt x="316" y="466"/>
                  </a:lnTo>
                  <a:lnTo>
                    <a:pt x="316" y="469"/>
                  </a:lnTo>
                  <a:lnTo>
                    <a:pt x="315" y="472"/>
                  </a:lnTo>
                  <a:lnTo>
                    <a:pt x="314" y="475"/>
                  </a:lnTo>
                  <a:lnTo>
                    <a:pt x="312" y="477"/>
                  </a:lnTo>
                  <a:close/>
                  <a:moveTo>
                    <a:pt x="164" y="236"/>
                  </a:moveTo>
                  <a:lnTo>
                    <a:pt x="162" y="237"/>
                  </a:lnTo>
                  <a:lnTo>
                    <a:pt x="158" y="238"/>
                  </a:lnTo>
                  <a:lnTo>
                    <a:pt x="157" y="238"/>
                  </a:lnTo>
                  <a:lnTo>
                    <a:pt x="155" y="238"/>
                  </a:lnTo>
                  <a:lnTo>
                    <a:pt x="153" y="239"/>
                  </a:lnTo>
                  <a:lnTo>
                    <a:pt x="151" y="239"/>
                  </a:lnTo>
                  <a:lnTo>
                    <a:pt x="151" y="180"/>
                  </a:lnTo>
                  <a:lnTo>
                    <a:pt x="217" y="180"/>
                  </a:lnTo>
                  <a:lnTo>
                    <a:pt x="214" y="188"/>
                  </a:lnTo>
                  <a:lnTo>
                    <a:pt x="208" y="197"/>
                  </a:lnTo>
                  <a:lnTo>
                    <a:pt x="203" y="205"/>
                  </a:lnTo>
                  <a:lnTo>
                    <a:pt x="197" y="212"/>
                  </a:lnTo>
                  <a:lnTo>
                    <a:pt x="190" y="220"/>
                  </a:lnTo>
                  <a:lnTo>
                    <a:pt x="182" y="225"/>
                  </a:lnTo>
                  <a:lnTo>
                    <a:pt x="173" y="231"/>
                  </a:lnTo>
                  <a:lnTo>
                    <a:pt x="164" y="236"/>
                  </a:lnTo>
                  <a:close/>
                  <a:moveTo>
                    <a:pt x="121" y="166"/>
                  </a:moveTo>
                  <a:lnTo>
                    <a:pt x="121" y="256"/>
                  </a:lnTo>
                  <a:lnTo>
                    <a:pt x="121" y="601"/>
                  </a:lnTo>
                  <a:lnTo>
                    <a:pt x="31" y="601"/>
                  </a:lnTo>
                  <a:lnTo>
                    <a:pt x="31" y="135"/>
                  </a:lnTo>
                  <a:lnTo>
                    <a:pt x="31" y="125"/>
                  </a:lnTo>
                  <a:lnTo>
                    <a:pt x="33" y="115"/>
                  </a:lnTo>
                  <a:lnTo>
                    <a:pt x="35" y="105"/>
                  </a:lnTo>
                  <a:lnTo>
                    <a:pt x="39" y="94"/>
                  </a:lnTo>
                  <a:lnTo>
                    <a:pt x="43" y="85"/>
                  </a:lnTo>
                  <a:lnTo>
                    <a:pt x="48" y="77"/>
                  </a:lnTo>
                  <a:lnTo>
                    <a:pt x="53" y="68"/>
                  </a:lnTo>
                  <a:lnTo>
                    <a:pt x="60" y="62"/>
                  </a:lnTo>
                  <a:lnTo>
                    <a:pt x="67" y="55"/>
                  </a:lnTo>
                  <a:lnTo>
                    <a:pt x="75" y="48"/>
                  </a:lnTo>
                  <a:lnTo>
                    <a:pt x="83" y="42"/>
                  </a:lnTo>
                  <a:lnTo>
                    <a:pt x="92" y="38"/>
                  </a:lnTo>
                  <a:lnTo>
                    <a:pt x="101" y="35"/>
                  </a:lnTo>
                  <a:lnTo>
                    <a:pt x="110" y="32"/>
                  </a:lnTo>
                  <a:lnTo>
                    <a:pt x="120" y="30"/>
                  </a:lnTo>
                  <a:lnTo>
                    <a:pt x="129" y="30"/>
                  </a:lnTo>
                  <a:lnTo>
                    <a:pt x="132" y="30"/>
                  </a:lnTo>
                  <a:lnTo>
                    <a:pt x="135" y="30"/>
                  </a:lnTo>
                  <a:lnTo>
                    <a:pt x="150" y="36"/>
                  </a:lnTo>
                  <a:lnTo>
                    <a:pt x="164" y="41"/>
                  </a:lnTo>
                  <a:lnTo>
                    <a:pt x="176" y="48"/>
                  </a:lnTo>
                  <a:lnTo>
                    <a:pt x="188" y="56"/>
                  </a:lnTo>
                  <a:lnTo>
                    <a:pt x="197" y="63"/>
                  </a:lnTo>
                  <a:lnTo>
                    <a:pt x="205" y="71"/>
                  </a:lnTo>
                  <a:lnTo>
                    <a:pt x="210" y="80"/>
                  </a:lnTo>
                  <a:lnTo>
                    <a:pt x="216" y="88"/>
                  </a:lnTo>
                  <a:lnTo>
                    <a:pt x="220" y="99"/>
                  </a:lnTo>
                  <a:lnTo>
                    <a:pt x="224" y="110"/>
                  </a:lnTo>
                  <a:lnTo>
                    <a:pt x="226" y="123"/>
                  </a:lnTo>
                  <a:lnTo>
                    <a:pt x="226" y="135"/>
                  </a:lnTo>
                  <a:lnTo>
                    <a:pt x="226" y="143"/>
                  </a:lnTo>
                  <a:lnTo>
                    <a:pt x="225" y="150"/>
                  </a:lnTo>
                  <a:lnTo>
                    <a:pt x="136" y="150"/>
                  </a:lnTo>
                  <a:lnTo>
                    <a:pt x="133" y="151"/>
                  </a:lnTo>
                  <a:lnTo>
                    <a:pt x="130" y="151"/>
                  </a:lnTo>
                  <a:lnTo>
                    <a:pt x="128" y="153"/>
                  </a:lnTo>
                  <a:lnTo>
                    <a:pt x="125" y="154"/>
                  </a:lnTo>
                  <a:lnTo>
                    <a:pt x="123" y="156"/>
                  </a:lnTo>
                  <a:lnTo>
                    <a:pt x="122" y="160"/>
                  </a:lnTo>
                  <a:lnTo>
                    <a:pt x="121" y="162"/>
                  </a:lnTo>
                  <a:lnTo>
                    <a:pt x="121" y="166"/>
                  </a:lnTo>
                  <a:close/>
                  <a:moveTo>
                    <a:pt x="587" y="0"/>
                  </a:moveTo>
                  <a:lnTo>
                    <a:pt x="136" y="0"/>
                  </a:lnTo>
                  <a:lnTo>
                    <a:pt x="136" y="0"/>
                  </a:lnTo>
                  <a:lnTo>
                    <a:pt x="135" y="0"/>
                  </a:lnTo>
                  <a:lnTo>
                    <a:pt x="132" y="0"/>
                  </a:lnTo>
                  <a:lnTo>
                    <a:pt x="129" y="0"/>
                  </a:lnTo>
                  <a:lnTo>
                    <a:pt x="116" y="1"/>
                  </a:lnTo>
                  <a:lnTo>
                    <a:pt x="104" y="2"/>
                  </a:lnTo>
                  <a:lnTo>
                    <a:pt x="92" y="5"/>
                  </a:lnTo>
                  <a:lnTo>
                    <a:pt x="80" y="11"/>
                  </a:lnTo>
                  <a:lnTo>
                    <a:pt x="69" y="16"/>
                  </a:lnTo>
                  <a:lnTo>
                    <a:pt x="58" y="23"/>
                  </a:lnTo>
                  <a:lnTo>
                    <a:pt x="48" y="31"/>
                  </a:lnTo>
                  <a:lnTo>
                    <a:pt x="39" y="40"/>
                  </a:lnTo>
                  <a:lnTo>
                    <a:pt x="31" y="49"/>
                  </a:lnTo>
                  <a:lnTo>
                    <a:pt x="23" y="59"/>
                  </a:lnTo>
                  <a:lnTo>
                    <a:pt x="16" y="71"/>
                  </a:lnTo>
                  <a:lnTo>
                    <a:pt x="10" y="83"/>
                  </a:lnTo>
                  <a:lnTo>
                    <a:pt x="6" y="95"/>
                  </a:lnTo>
                  <a:lnTo>
                    <a:pt x="4" y="108"/>
                  </a:lnTo>
                  <a:lnTo>
                    <a:pt x="1" y="121"/>
                  </a:lnTo>
                  <a:lnTo>
                    <a:pt x="0" y="135"/>
                  </a:lnTo>
                  <a:lnTo>
                    <a:pt x="0" y="617"/>
                  </a:lnTo>
                  <a:lnTo>
                    <a:pt x="1" y="620"/>
                  </a:lnTo>
                  <a:lnTo>
                    <a:pt x="1" y="623"/>
                  </a:lnTo>
                  <a:lnTo>
                    <a:pt x="4" y="625"/>
                  </a:lnTo>
                  <a:lnTo>
                    <a:pt x="5" y="627"/>
                  </a:lnTo>
                  <a:lnTo>
                    <a:pt x="7" y="630"/>
                  </a:lnTo>
                  <a:lnTo>
                    <a:pt x="9" y="631"/>
                  </a:lnTo>
                  <a:lnTo>
                    <a:pt x="13" y="632"/>
                  </a:lnTo>
                  <a:lnTo>
                    <a:pt x="16" y="632"/>
                  </a:lnTo>
                  <a:lnTo>
                    <a:pt x="121" y="632"/>
                  </a:lnTo>
                  <a:lnTo>
                    <a:pt x="121" y="888"/>
                  </a:lnTo>
                  <a:lnTo>
                    <a:pt x="121" y="891"/>
                  </a:lnTo>
                  <a:lnTo>
                    <a:pt x="122" y="894"/>
                  </a:lnTo>
                  <a:lnTo>
                    <a:pt x="123" y="896"/>
                  </a:lnTo>
                  <a:lnTo>
                    <a:pt x="125" y="898"/>
                  </a:lnTo>
                  <a:lnTo>
                    <a:pt x="128" y="901"/>
                  </a:lnTo>
                  <a:lnTo>
                    <a:pt x="130" y="902"/>
                  </a:lnTo>
                  <a:lnTo>
                    <a:pt x="133" y="903"/>
                  </a:lnTo>
                  <a:lnTo>
                    <a:pt x="136" y="903"/>
                  </a:lnTo>
                  <a:lnTo>
                    <a:pt x="587" y="903"/>
                  </a:lnTo>
                  <a:lnTo>
                    <a:pt x="591" y="903"/>
                  </a:lnTo>
                  <a:lnTo>
                    <a:pt x="593" y="902"/>
                  </a:lnTo>
                  <a:lnTo>
                    <a:pt x="596" y="901"/>
                  </a:lnTo>
                  <a:lnTo>
                    <a:pt x="599" y="898"/>
                  </a:lnTo>
                  <a:lnTo>
                    <a:pt x="600" y="896"/>
                  </a:lnTo>
                  <a:lnTo>
                    <a:pt x="602" y="894"/>
                  </a:lnTo>
                  <a:lnTo>
                    <a:pt x="602" y="891"/>
                  </a:lnTo>
                  <a:lnTo>
                    <a:pt x="603" y="888"/>
                  </a:lnTo>
                  <a:lnTo>
                    <a:pt x="603" y="269"/>
                  </a:lnTo>
                  <a:lnTo>
                    <a:pt x="615" y="267"/>
                  </a:lnTo>
                  <a:lnTo>
                    <a:pt x="627" y="264"/>
                  </a:lnTo>
                  <a:lnTo>
                    <a:pt x="638" y="259"/>
                  </a:lnTo>
                  <a:lnTo>
                    <a:pt x="648" y="255"/>
                  </a:lnTo>
                  <a:lnTo>
                    <a:pt x="660" y="248"/>
                  </a:lnTo>
                  <a:lnTo>
                    <a:pt x="670" y="241"/>
                  </a:lnTo>
                  <a:lnTo>
                    <a:pt x="679" y="232"/>
                  </a:lnTo>
                  <a:lnTo>
                    <a:pt x="687" y="224"/>
                  </a:lnTo>
                  <a:lnTo>
                    <a:pt x="695" y="214"/>
                  </a:lnTo>
                  <a:lnTo>
                    <a:pt x="703" y="204"/>
                  </a:lnTo>
                  <a:lnTo>
                    <a:pt x="708" y="194"/>
                  </a:lnTo>
                  <a:lnTo>
                    <a:pt x="714" y="182"/>
                  </a:lnTo>
                  <a:lnTo>
                    <a:pt x="717" y="171"/>
                  </a:lnTo>
                  <a:lnTo>
                    <a:pt x="721" y="160"/>
                  </a:lnTo>
                  <a:lnTo>
                    <a:pt x="723" y="147"/>
                  </a:lnTo>
                  <a:lnTo>
                    <a:pt x="723" y="135"/>
                  </a:lnTo>
                  <a:lnTo>
                    <a:pt x="723" y="121"/>
                  </a:lnTo>
                  <a:lnTo>
                    <a:pt x="721" y="109"/>
                  </a:lnTo>
                  <a:lnTo>
                    <a:pt x="717" y="97"/>
                  </a:lnTo>
                  <a:lnTo>
                    <a:pt x="712" y="84"/>
                  </a:lnTo>
                  <a:lnTo>
                    <a:pt x="706" y="72"/>
                  </a:lnTo>
                  <a:lnTo>
                    <a:pt x="699" y="60"/>
                  </a:lnTo>
                  <a:lnTo>
                    <a:pt x="691" y="50"/>
                  </a:lnTo>
                  <a:lnTo>
                    <a:pt x="682" y="40"/>
                  </a:lnTo>
                  <a:lnTo>
                    <a:pt x="672" y="32"/>
                  </a:lnTo>
                  <a:lnTo>
                    <a:pt x="662" y="23"/>
                  </a:lnTo>
                  <a:lnTo>
                    <a:pt x="651" y="16"/>
                  </a:lnTo>
                  <a:lnTo>
                    <a:pt x="638" y="11"/>
                  </a:lnTo>
                  <a:lnTo>
                    <a:pt x="627" y="6"/>
                  </a:lnTo>
                  <a:lnTo>
                    <a:pt x="613" y="3"/>
                  </a:lnTo>
                  <a:lnTo>
                    <a:pt x="601" y="1"/>
                  </a:lnTo>
                  <a:lnTo>
                    <a:pt x="587" y="0"/>
                  </a:lnTo>
                  <a:lnTo>
                    <a:pt x="58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Freeform 4605">
              <a:extLst>
                <a:ext uri="{FF2B5EF4-FFF2-40B4-BE49-F238E27FC236}">
                  <a16:creationId xmlns:a16="http://schemas.microsoft.com/office/drawing/2014/main" id="{1AA87257-AA47-478D-2780-98A65ACA3A2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9000" y="4722813"/>
              <a:ext cx="66675" cy="128588"/>
            </a:xfrm>
            <a:custGeom>
              <a:avLst/>
              <a:gdLst>
                <a:gd name="T0" fmla="*/ 123 w 210"/>
                <a:gd name="T1" fmla="*/ 1 h 407"/>
                <a:gd name="T2" fmla="*/ 101 w 210"/>
                <a:gd name="T3" fmla="*/ 8 h 407"/>
                <a:gd name="T4" fmla="*/ 82 w 210"/>
                <a:gd name="T5" fmla="*/ 21 h 407"/>
                <a:gd name="T6" fmla="*/ 67 w 210"/>
                <a:gd name="T7" fmla="*/ 37 h 407"/>
                <a:gd name="T8" fmla="*/ 50 w 210"/>
                <a:gd name="T9" fmla="*/ 47 h 407"/>
                <a:gd name="T10" fmla="*/ 33 w 210"/>
                <a:gd name="T11" fmla="*/ 54 h 407"/>
                <a:gd name="T12" fmla="*/ 23 w 210"/>
                <a:gd name="T13" fmla="*/ 61 h 407"/>
                <a:gd name="T14" fmla="*/ 14 w 210"/>
                <a:gd name="T15" fmla="*/ 70 h 407"/>
                <a:gd name="T16" fmla="*/ 7 w 210"/>
                <a:gd name="T17" fmla="*/ 81 h 407"/>
                <a:gd name="T18" fmla="*/ 2 w 210"/>
                <a:gd name="T19" fmla="*/ 95 h 407"/>
                <a:gd name="T20" fmla="*/ 0 w 210"/>
                <a:gd name="T21" fmla="*/ 110 h 407"/>
                <a:gd name="T22" fmla="*/ 0 w 210"/>
                <a:gd name="T23" fmla="*/ 393 h 407"/>
                <a:gd name="T24" fmla="*/ 1 w 210"/>
                <a:gd name="T25" fmla="*/ 398 h 407"/>
                <a:gd name="T26" fmla="*/ 3 w 210"/>
                <a:gd name="T27" fmla="*/ 403 h 407"/>
                <a:gd name="T28" fmla="*/ 9 w 210"/>
                <a:gd name="T29" fmla="*/ 406 h 407"/>
                <a:gd name="T30" fmla="*/ 14 w 210"/>
                <a:gd name="T31" fmla="*/ 407 h 407"/>
                <a:gd name="T32" fmla="*/ 20 w 210"/>
                <a:gd name="T33" fmla="*/ 406 h 407"/>
                <a:gd name="T34" fmla="*/ 24 w 210"/>
                <a:gd name="T35" fmla="*/ 403 h 407"/>
                <a:gd name="T36" fmla="*/ 28 w 210"/>
                <a:gd name="T37" fmla="*/ 398 h 407"/>
                <a:gd name="T38" fmla="*/ 29 w 210"/>
                <a:gd name="T39" fmla="*/ 393 h 407"/>
                <a:gd name="T40" fmla="*/ 30 w 210"/>
                <a:gd name="T41" fmla="*/ 110 h 407"/>
                <a:gd name="T42" fmla="*/ 35 w 210"/>
                <a:gd name="T43" fmla="*/ 95 h 407"/>
                <a:gd name="T44" fmla="*/ 42 w 210"/>
                <a:gd name="T45" fmla="*/ 84 h 407"/>
                <a:gd name="T46" fmla="*/ 54 w 210"/>
                <a:gd name="T47" fmla="*/ 78 h 407"/>
                <a:gd name="T48" fmla="*/ 59 w 210"/>
                <a:gd name="T49" fmla="*/ 331 h 407"/>
                <a:gd name="T50" fmla="*/ 210 w 210"/>
                <a:gd name="T51" fmla="*/ 60 h 407"/>
                <a:gd name="T52" fmla="*/ 209 w 210"/>
                <a:gd name="T53" fmla="*/ 49 h 407"/>
                <a:gd name="T54" fmla="*/ 203 w 210"/>
                <a:gd name="T55" fmla="*/ 39 h 407"/>
                <a:gd name="T56" fmla="*/ 186 w 210"/>
                <a:gd name="T57" fmla="*/ 20 h 407"/>
                <a:gd name="T58" fmla="*/ 162 w 210"/>
                <a:gd name="T59" fmla="*/ 5 h 407"/>
                <a:gd name="T60" fmla="*/ 149 w 210"/>
                <a:gd name="T61" fmla="*/ 1 h 407"/>
                <a:gd name="T62" fmla="*/ 135 w 210"/>
                <a:gd name="T63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0" h="407">
                  <a:moveTo>
                    <a:pt x="135" y="0"/>
                  </a:moveTo>
                  <a:lnTo>
                    <a:pt x="123" y="1"/>
                  </a:lnTo>
                  <a:lnTo>
                    <a:pt x="111" y="3"/>
                  </a:lnTo>
                  <a:lnTo>
                    <a:pt x="101" y="8"/>
                  </a:lnTo>
                  <a:lnTo>
                    <a:pt x="91" y="14"/>
                  </a:lnTo>
                  <a:lnTo>
                    <a:pt x="82" y="21"/>
                  </a:lnTo>
                  <a:lnTo>
                    <a:pt x="74" y="29"/>
                  </a:lnTo>
                  <a:lnTo>
                    <a:pt x="67" y="37"/>
                  </a:lnTo>
                  <a:lnTo>
                    <a:pt x="63" y="45"/>
                  </a:lnTo>
                  <a:lnTo>
                    <a:pt x="50" y="47"/>
                  </a:lnTo>
                  <a:lnTo>
                    <a:pt x="39" y="52"/>
                  </a:lnTo>
                  <a:lnTo>
                    <a:pt x="33" y="54"/>
                  </a:lnTo>
                  <a:lnTo>
                    <a:pt x="28" y="57"/>
                  </a:lnTo>
                  <a:lnTo>
                    <a:pt x="23" y="61"/>
                  </a:lnTo>
                  <a:lnTo>
                    <a:pt x="19" y="65"/>
                  </a:lnTo>
                  <a:lnTo>
                    <a:pt x="14" y="70"/>
                  </a:lnTo>
                  <a:lnTo>
                    <a:pt x="11" y="75"/>
                  </a:lnTo>
                  <a:lnTo>
                    <a:pt x="7" y="81"/>
                  </a:lnTo>
                  <a:lnTo>
                    <a:pt x="4" y="88"/>
                  </a:lnTo>
                  <a:lnTo>
                    <a:pt x="2" y="95"/>
                  </a:lnTo>
                  <a:lnTo>
                    <a:pt x="1" y="102"/>
                  </a:lnTo>
                  <a:lnTo>
                    <a:pt x="0" y="110"/>
                  </a:lnTo>
                  <a:lnTo>
                    <a:pt x="0" y="119"/>
                  </a:lnTo>
                  <a:lnTo>
                    <a:pt x="0" y="393"/>
                  </a:lnTo>
                  <a:lnTo>
                    <a:pt x="0" y="395"/>
                  </a:lnTo>
                  <a:lnTo>
                    <a:pt x="1" y="398"/>
                  </a:lnTo>
                  <a:lnTo>
                    <a:pt x="2" y="401"/>
                  </a:lnTo>
                  <a:lnTo>
                    <a:pt x="3" y="403"/>
                  </a:lnTo>
                  <a:lnTo>
                    <a:pt x="5" y="405"/>
                  </a:lnTo>
                  <a:lnTo>
                    <a:pt x="9" y="406"/>
                  </a:lnTo>
                  <a:lnTo>
                    <a:pt x="11" y="407"/>
                  </a:lnTo>
                  <a:lnTo>
                    <a:pt x="14" y="407"/>
                  </a:lnTo>
                  <a:lnTo>
                    <a:pt x="18" y="407"/>
                  </a:lnTo>
                  <a:lnTo>
                    <a:pt x="20" y="406"/>
                  </a:lnTo>
                  <a:lnTo>
                    <a:pt x="22" y="405"/>
                  </a:lnTo>
                  <a:lnTo>
                    <a:pt x="24" y="403"/>
                  </a:lnTo>
                  <a:lnTo>
                    <a:pt x="27" y="401"/>
                  </a:lnTo>
                  <a:lnTo>
                    <a:pt x="28" y="398"/>
                  </a:lnTo>
                  <a:lnTo>
                    <a:pt x="29" y="395"/>
                  </a:lnTo>
                  <a:lnTo>
                    <a:pt x="29" y="393"/>
                  </a:lnTo>
                  <a:lnTo>
                    <a:pt x="29" y="119"/>
                  </a:lnTo>
                  <a:lnTo>
                    <a:pt x="30" y="110"/>
                  </a:lnTo>
                  <a:lnTo>
                    <a:pt x="31" y="101"/>
                  </a:lnTo>
                  <a:lnTo>
                    <a:pt x="35" y="95"/>
                  </a:lnTo>
                  <a:lnTo>
                    <a:pt x="38" y="89"/>
                  </a:lnTo>
                  <a:lnTo>
                    <a:pt x="42" y="84"/>
                  </a:lnTo>
                  <a:lnTo>
                    <a:pt x="48" y="81"/>
                  </a:lnTo>
                  <a:lnTo>
                    <a:pt x="54" y="78"/>
                  </a:lnTo>
                  <a:lnTo>
                    <a:pt x="59" y="76"/>
                  </a:lnTo>
                  <a:lnTo>
                    <a:pt x="59" y="331"/>
                  </a:lnTo>
                  <a:lnTo>
                    <a:pt x="210" y="331"/>
                  </a:lnTo>
                  <a:lnTo>
                    <a:pt x="210" y="60"/>
                  </a:lnTo>
                  <a:lnTo>
                    <a:pt x="210" y="55"/>
                  </a:lnTo>
                  <a:lnTo>
                    <a:pt x="209" y="49"/>
                  </a:lnTo>
                  <a:lnTo>
                    <a:pt x="206" y="45"/>
                  </a:lnTo>
                  <a:lnTo>
                    <a:pt x="203" y="39"/>
                  </a:lnTo>
                  <a:lnTo>
                    <a:pt x="196" y="29"/>
                  </a:lnTo>
                  <a:lnTo>
                    <a:pt x="186" y="20"/>
                  </a:lnTo>
                  <a:lnTo>
                    <a:pt x="175" y="12"/>
                  </a:lnTo>
                  <a:lnTo>
                    <a:pt x="162" y="5"/>
                  </a:lnTo>
                  <a:lnTo>
                    <a:pt x="155" y="3"/>
                  </a:lnTo>
                  <a:lnTo>
                    <a:pt x="149" y="1"/>
                  </a:lnTo>
                  <a:lnTo>
                    <a:pt x="142" y="0"/>
                  </a:lnTo>
                  <a:lnTo>
                    <a:pt x="135" y="0"/>
                  </a:lnTo>
                  <a:lnTo>
                    <a:pt x="1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4606">
              <a:extLst>
                <a:ext uri="{FF2B5EF4-FFF2-40B4-BE49-F238E27FC236}">
                  <a16:creationId xmlns:a16="http://schemas.microsoft.com/office/drawing/2014/main" id="{21B80675-9640-8D15-5040-C9B03C6B6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8050" y="4913313"/>
              <a:ext cx="47625" cy="28575"/>
            </a:xfrm>
            <a:custGeom>
              <a:avLst/>
              <a:gdLst>
                <a:gd name="T0" fmla="*/ 0 w 151"/>
                <a:gd name="T1" fmla="*/ 14 h 90"/>
                <a:gd name="T2" fmla="*/ 0 w 151"/>
                <a:gd name="T3" fmla="*/ 22 h 90"/>
                <a:gd name="T4" fmla="*/ 2 w 151"/>
                <a:gd name="T5" fmla="*/ 29 h 90"/>
                <a:gd name="T6" fmla="*/ 4 w 151"/>
                <a:gd name="T7" fmla="*/ 37 h 90"/>
                <a:gd name="T8" fmla="*/ 6 w 151"/>
                <a:gd name="T9" fmla="*/ 44 h 90"/>
                <a:gd name="T10" fmla="*/ 9 w 151"/>
                <a:gd name="T11" fmla="*/ 50 h 90"/>
                <a:gd name="T12" fmla="*/ 14 w 151"/>
                <a:gd name="T13" fmla="*/ 56 h 90"/>
                <a:gd name="T14" fmla="*/ 18 w 151"/>
                <a:gd name="T15" fmla="*/ 62 h 90"/>
                <a:gd name="T16" fmla="*/ 23 w 151"/>
                <a:gd name="T17" fmla="*/ 67 h 90"/>
                <a:gd name="T18" fmla="*/ 29 w 151"/>
                <a:gd name="T19" fmla="*/ 72 h 90"/>
                <a:gd name="T20" fmla="*/ 34 w 151"/>
                <a:gd name="T21" fmla="*/ 76 h 90"/>
                <a:gd name="T22" fmla="*/ 40 w 151"/>
                <a:gd name="T23" fmla="*/ 81 h 90"/>
                <a:gd name="T24" fmla="*/ 47 w 151"/>
                <a:gd name="T25" fmla="*/ 84 h 90"/>
                <a:gd name="T26" fmla="*/ 54 w 151"/>
                <a:gd name="T27" fmla="*/ 87 h 90"/>
                <a:gd name="T28" fmla="*/ 61 w 151"/>
                <a:gd name="T29" fmla="*/ 89 h 90"/>
                <a:gd name="T30" fmla="*/ 68 w 151"/>
                <a:gd name="T31" fmla="*/ 90 h 90"/>
                <a:gd name="T32" fmla="*/ 76 w 151"/>
                <a:gd name="T33" fmla="*/ 90 h 90"/>
                <a:gd name="T34" fmla="*/ 83 w 151"/>
                <a:gd name="T35" fmla="*/ 90 h 90"/>
                <a:gd name="T36" fmla="*/ 90 w 151"/>
                <a:gd name="T37" fmla="*/ 89 h 90"/>
                <a:gd name="T38" fmla="*/ 96 w 151"/>
                <a:gd name="T39" fmla="*/ 87 h 90"/>
                <a:gd name="T40" fmla="*/ 103 w 151"/>
                <a:gd name="T41" fmla="*/ 83 h 90"/>
                <a:gd name="T42" fmla="*/ 109 w 151"/>
                <a:gd name="T43" fmla="*/ 80 h 90"/>
                <a:gd name="T44" fmla="*/ 116 w 151"/>
                <a:gd name="T45" fmla="*/ 76 h 90"/>
                <a:gd name="T46" fmla="*/ 121 w 151"/>
                <a:gd name="T47" fmla="*/ 71 h 90"/>
                <a:gd name="T48" fmla="*/ 127 w 151"/>
                <a:gd name="T49" fmla="*/ 65 h 90"/>
                <a:gd name="T50" fmla="*/ 131 w 151"/>
                <a:gd name="T51" fmla="*/ 60 h 90"/>
                <a:gd name="T52" fmla="*/ 137 w 151"/>
                <a:gd name="T53" fmla="*/ 53 h 90"/>
                <a:gd name="T54" fmla="*/ 140 w 151"/>
                <a:gd name="T55" fmla="*/ 45 h 90"/>
                <a:gd name="T56" fmla="*/ 144 w 151"/>
                <a:gd name="T57" fmla="*/ 37 h 90"/>
                <a:gd name="T58" fmla="*/ 147 w 151"/>
                <a:gd name="T59" fmla="*/ 29 h 90"/>
                <a:gd name="T60" fmla="*/ 150 w 151"/>
                <a:gd name="T61" fmla="*/ 20 h 90"/>
                <a:gd name="T62" fmla="*/ 151 w 151"/>
                <a:gd name="T63" fmla="*/ 10 h 90"/>
                <a:gd name="T64" fmla="*/ 151 w 151"/>
                <a:gd name="T65" fmla="*/ 0 h 90"/>
                <a:gd name="T66" fmla="*/ 0 w 151"/>
                <a:gd name="T67" fmla="*/ 0 h 90"/>
                <a:gd name="T68" fmla="*/ 0 w 151"/>
                <a:gd name="T69" fmla="*/ 1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1" h="90">
                  <a:moveTo>
                    <a:pt x="0" y="14"/>
                  </a:moveTo>
                  <a:lnTo>
                    <a:pt x="0" y="22"/>
                  </a:lnTo>
                  <a:lnTo>
                    <a:pt x="2" y="29"/>
                  </a:lnTo>
                  <a:lnTo>
                    <a:pt x="4" y="37"/>
                  </a:lnTo>
                  <a:lnTo>
                    <a:pt x="6" y="44"/>
                  </a:lnTo>
                  <a:lnTo>
                    <a:pt x="9" y="50"/>
                  </a:lnTo>
                  <a:lnTo>
                    <a:pt x="14" y="56"/>
                  </a:lnTo>
                  <a:lnTo>
                    <a:pt x="18" y="62"/>
                  </a:lnTo>
                  <a:lnTo>
                    <a:pt x="23" y="67"/>
                  </a:lnTo>
                  <a:lnTo>
                    <a:pt x="29" y="72"/>
                  </a:lnTo>
                  <a:lnTo>
                    <a:pt x="34" y="76"/>
                  </a:lnTo>
                  <a:lnTo>
                    <a:pt x="40" y="81"/>
                  </a:lnTo>
                  <a:lnTo>
                    <a:pt x="47" y="84"/>
                  </a:lnTo>
                  <a:lnTo>
                    <a:pt x="54" y="87"/>
                  </a:lnTo>
                  <a:lnTo>
                    <a:pt x="61" y="89"/>
                  </a:lnTo>
                  <a:lnTo>
                    <a:pt x="68" y="90"/>
                  </a:lnTo>
                  <a:lnTo>
                    <a:pt x="76" y="90"/>
                  </a:lnTo>
                  <a:lnTo>
                    <a:pt x="83" y="90"/>
                  </a:lnTo>
                  <a:lnTo>
                    <a:pt x="90" y="89"/>
                  </a:lnTo>
                  <a:lnTo>
                    <a:pt x="96" y="87"/>
                  </a:lnTo>
                  <a:lnTo>
                    <a:pt x="103" y="83"/>
                  </a:lnTo>
                  <a:lnTo>
                    <a:pt x="109" y="80"/>
                  </a:lnTo>
                  <a:lnTo>
                    <a:pt x="116" y="76"/>
                  </a:lnTo>
                  <a:lnTo>
                    <a:pt x="121" y="71"/>
                  </a:lnTo>
                  <a:lnTo>
                    <a:pt x="127" y="65"/>
                  </a:lnTo>
                  <a:lnTo>
                    <a:pt x="131" y="60"/>
                  </a:lnTo>
                  <a:lnTo>
                    <a:pt x="137" y="53"/>
                  </a:lnTo>
                  <a:lnTo>
                    <a:pt x="140" y="45"/>
                  </a:lnTo>
                  <a:lnTo>
                    <a:pt x="144" y="37"/>
                  </a:lnTo>
                  <a:lnTo>
                    <a:pt x="147" y="29"/>
                  </a:lnTo>
                  <a:lnTo>
                    <a:pt x="150" y="20"/>
                  </a:lnTo>
                  <a:lnTo>
                    <a:pt x="151" y="10"/>
                  </a:lnTo>
                  <a:lnTo>
                    <a:pt x="151" y="0"/>
                  </a:lnTo>
                  <a:lnTo>
                    <a:pt x="0" y="0"/>
                  </a:lnTo>
                  <a:lnTo>
                    <a:pt x="0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Rectangle 4607">
              <a:extLst>
                <a:ext uri="{FF2B5EF4-FFF2-40B4-BE49-F238E27FC236}">
                  <a16:creationId xmlns:a16="http://schemas.microsoft.com/office/drawing/2014/main" id="{8013C94D-B6D1-7504-DA23-E1E8FFF16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8050" y="4837113"/>
              <a:ext cx="47625" cy="666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Fasi del </a:t>
            </a:r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progetto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rapezoid 1">
            <a:extLst>
              <a:ext uri="{FF2B5EF4-FFF2-40B4-BE49-F238E27FC236}">
                <a16:creationId xmlns:a16="http://schemas.microsoft.com/office/drawing/2014/main" id="{5B804E9F-B6B5-41F9-9B63-9AF435FDC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405667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rapezoid 42">
            <a:extLst>
              <a:ext uri="{FF2B5EF4-FFF2-40B4-BE49-F238E27FC236}">
                <a16:creationId xmlns:a16="http://schemas.microsoft.com/office/drawing/2014/main" id="{0092C447-C8E1-4B12-B012-E6D21CBB1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761132" y="2673357"/>
            <a:ext cx="4336142" cy="2044685"/>
          </a:xfrm>
          <a:prstGeom prst="trapezoid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rapezoid 43">
            <a:extLst>
              <a:ext uri="{FF2B5EF4-FFF2-40B4-BE49-F238E27FC236}">
                <a16:creationId xmlns:a16="http://schemas.microsoft.com/office/drawing/2014/main" id="{7E139379-1914-4446-8D6D-984A47041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927930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rapezoid 44">
            <a:extLst>
              <a:ext uri="{FF2B5EF4-FFF2-40B4-BE49-F238E27FC236}">
                <a16:creationId xmlns:a16="http://schemas.microsoft.com/office/drawing/2014/main" id="{F79B51BB-1B30-4ED8-B26D-21EE8BC67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094728" y="2631261"/>
            <a:ext cx="4336142" cy="2044685"/>
          </a:xfrm>
          <a:prstGeom prst="trapezoid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rapezoid 45">
            <a:extLst>
              <a:ext uri="{FF2B5EF4-FFF2-40B4-BE49-F238E27FC236}">
                <a16:creationId xmlns:a16="http://schemas.microsoft.com/office/drawing/2014/main" id="{89DA262E-0502-4E65-8ABA-E063880EA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263685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19BFA5-D0CA-4CF0-8499-504D956B6563}"/>
              </a:ext>
            </a:extLst>
          </p:cNvPr>
          <p:cNvSpPr/>
          <p:nvPr/>
        </p:nvSpPr>
        <p:spPr>
          <a:xfrm>
            <a:off x="1074444" y="2936557"/>
            <a:ext cx="1371600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RACCOLTA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DATI</a:t>
            </a:r>
          </a:p>
          <a:p>
            <a:pPr algn="ctr"/>
            <a:endParaRPr lang="en-US" sz="1600" b="1" dirty="0">
              <a:solidFill>
                <a:schemeClr val="bg1"/>
              </a:solidFill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dal Web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751D31D-3535-411D-8BAC-95CCC90AB185}"/>
              </a:ext>
            </a:extLst>
          </p:cNvPr>
          <p:cNvSpPr/>
          <p:nvPr/>
        </p:nvSpPr>
        <p:spPr>
          <a:xfrm>
            <a:off x="5348065" y="2936555"/>
            <a:ext cx="1493713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PULIZIA E AGGREGAZIONE</a:t>
            </a:r>
          </a:p>
          <a:p>
            <a:pPr algn="ctr"/>
            <a:endParaRPr lang="en-US" sz="1600" b="1" dirty="0">
              <a:solidFill>
                <a:schemeClr val="bg1"/>
              </a:solidFill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Python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A4D735A-8F75-4E2A-8F1A-CC303B0718BA}"/>
              </a:ext>
            </a:extLst>
          </p:cNvPr>
          <p:cNvSpPr/>
          <p:nvPr/>
        </p:nvSpPr>
        <p:spPr>
          <a:xfrm>
            <a:off x="3243402" y="3182777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ANALISI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ESPLORATIVA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4AB9282-0505-49EB-AABF-998083225E3A}"/>
              </a:ext>
            </a:extLst>
          </p:cNvPr>
          <p:cNvSpPr/>
          <p:nvPr/>
        </p:nvSpPr>
        <p:spPr>
          <a:xfrm>
            <a:off x="7584923" y="2961974"/>
            <a:ext cx="1371600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COSTRUZIONE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DASHBOARD</a:t>
            </a:r>
          </a:p>
          <a:p>
            <a:pPr algn="ctr"/>
            <a:endParaRPr lang="en-US" sz="1600" b="1" dirty="0">
              <a:solidFill>
                <a:schemeClr val="bg1"/>
              </a:solidFill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Power BI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68C4B5-BCEC-465A-ADA5-6A054B15F7A3}"/>
              </a:ext>
            </a:extLst>
          </p:cNvPr>
          <p:cNvSpPr/>
          <p:nvPr/>
        </p:nvSpPr>
        <p:spPr>
          <a:xfrm>
            <a:off x="9765799" y="2961974"/>
            <a:ext cx="1371600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INDAGINE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STATISTICA</a:t>
            </a:r>
          </a:p>
          <a:p>
            <a:pPr algn="ctr"/>
            <a:endParaRPr lang="en-US" sz="1600" b="1" dirty="0">
              <a:solidFill>
                <a:schemeClr val="bg1"/>
              </a:solidFill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Python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AA18108-5B8B-4147-84A7-D30A16BEC4EA}"/>
              </a:ext>
            </a:extLst>
          </p:cNvPr>
          <p:cNvSpPr/>
          <p:nvPr/>
        </p:nvSpPr>
        <p:spPr>
          <a:xfrm>
            <a:off x="885305" y="4805422"/>
            <a:ext cx="1752042" cy="2233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Tutti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8534162-B6E2-4579-9DAD-AD8DE07459BC}"/>
              </a:ext>
            </a:extLst>
          </p:cNvPr>
          <p:cNvSpPr/>
          <p:nvPr/>
        </p:nvSpPr>
        <p:spPr>
          <a:xfrm>
            <a:off x="3053181" y="4805422"/>
            <a:ext cx="1752042" cy="2233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Tutti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1535E1C-6EBC-45D8-BCE1-D5B947A61FB6}"/>
              </a:ext>
            </a:extLst>
          </p:cNvPr>
          <p:cNvSpPr/>
          <p:nvPr/>
        </p:nvSpPr>
        <p:spPr>
          <a:xfrm>
            <a:off x="5218901" y="4805422"/>
            <a:ext cx="1752042" cy="2233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Lorenzo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FF18A5-7B4E-4493-B38D-E732E033F82F}"/>
              </a:ext>
            </a:extLst>
          </p:cNvPr>
          <p:cNvSpPr/>
          <p:nvPr/>
        </p:nvSpPr>
        <p:spPr>
          <a:xfrm>
            <a:off x="7386778" y="4561766"/>
            <a:ext cx="1752042" cy="71070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Giuseppe</a:t>
            </a:r>
          </a:p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e</a:t>
            </a:r>
          </a:p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Anastasia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BCD242F-9A97-473E-8E17-3F6C3C75CE68}"/>
              </a:ext>
            </a:extLst>
          </p:cNvPr>
          <p:cNvSpPr/>
          <p:nvPr/>
        </p:nvSpPr>
        <p:spPr>
          <a:xfrm>
            <a:off x="9553575" y="4805422"/>
            <a:ext cx="1752042" cy="2233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Nicolò</a:t>
            </a:r>
            <a:endParaRPr lang="en-US" sz="1400" dirty="0">
              <a:solidFill>
                <a:schemeClr val="bg1"/>
              </a:solidFill>
              <a:cs typeface="Segoe UI" panose="020B0502040204020203" pitchFamily="34" charset="0"/>
            </a:endParaRPr>
          </a:p>
        </p:txBody>
      </p:sp>
      <p:sp>
        <p:nvSpPr>
          <p:cNvPr id="56" name="Freeform 4197" descr="Icon of shopping cart.">
            <a:extLst>
              <a:ext uri="{FF2B5EF4-FFF2-40B4-BE49-F238E27FC236}">
                <a16:creationId xmlns:a16="http://schemas.microsoft.com/office/drawing/2014/main" id="{DEC447B3-FDD1-438D-A671-84CC56DF3DFC}"/>
              </a:ext>
            </a:extLst>
          </p:cNvPr>
          <p:cNvSpPr>
            <a:spLocks noEditPoints="1"/>
          </p:cNvSpPr>
          <p:nvPr/>
        </p:nvSpPr>
        <p:spPr bwMode="auto">
          <a:xfrm>
            <a:off x="1572237" y="2313021"/>
            <a:ext cx="380334" cy="348640"/>
          </a:xfrm>
          <a:custGeom>
            <a:avLst/>
            <a:gdLst>
              <a:gd name="T0" fmla="*/ 540 w 901"/>
              <a:gd name="T1" fmla="*/ 161 h 826"/>
              <a:gd name="T2" fmla="*/ 360 w 901"/>
              <a:gd name="T3" fmla="*/ 255 h 826"/>
              <a:gd name="T4" fmla="*/ 360 w 901"/>
              <a:gd name="T5" fmla="*/ 255 h 826"/>
              <a:gd name="T6" fmla="*/ 201 w 901"/>
              <a:gd name="T7" fmla="*/ 255 h 826"/>
              <a:gd name="T8" fmla="*/ 749 w 901"/>
              <a:gd name="T9" fmla="*/ 46 h 826"/>
              <a:gd name="T10" fmla="*/ 692 w 901"/>
              <a:gd name="T11" fmla="*/ 248 h 826"/>
              <a:gd name="T12" fmla="*/ 568 w 901"/>
              <a:gd name="T13" fmla="*/ 103 h 826"/>
              <a:gd name="T14" fmla="*/ 556 w 901"/>
              <a:gd name="T15" fmla="*/ 104 h 826"/>
              <a:gd name="T16" fmla="*/ 341 w 901"/>
              <a:gd name="T17" fmla="*/ 135 h 826"/>
              <a:gd name="T18" fmla="*/ 333 w 901"/>
              <a:gd name="T19" fmla="*/ 141 h 826"/>
              <a:gd name="T20" fmla="*/ 330 w 901"/>
              <a:gd name="T21" fmla="*/ 255 h 826"/>
              <a:gd name="T22" fmla="*/ 120 w 901"/>
              <a:gd name="T23" fmla="*/ 4 h 826"/>
              <a:gd name="T24" fmla="*/ 109 w 901"/>
              <a:gd name="T25" fmla="*/ 0 h 826"/>
              <a:gd name="T26" fmla="*/ 5 w 901"/>
              <a:gd name="T27" fmla="*/ 48 h 826"/>
              <a:gd name="T28" fmla="*/ 0 w 901"/>
              <a:gd name="T29" fmla="*/ 58 h 826"/>
              <a:gd name="T30" fmla="*/ 82 w 901"/>
              <a:gd name="T31" fmla="*/ 255 h 826"/>
              <a:gd name="T32" fmla="*/ 5 w 901"/>
              <a:gd name="T33" fmla="*/ 259 h 826"/>
              <a:gd name="T34" fmla="*/ 0 w 901"/>
              <a:gd name="T35" fmla="*/ 271 h 826"/>
              <a:gd name="T36" fmla="*/ 120 w 901"/>
              <a:gd name="T37" fmla="*/ 643 h 826"/>
              <a:gd name="T38" fmla="*/ 589 w 901"/>
              <a:gd name="T39" fmla="*/ 676 h 826"/>
              <a:gd name="T40" fmla="*/ 157 w 901"/>
              <a:gd name="T41" fmla="*/ 679 h 826"/>
              <a:gd name="T42" fmla="*/ 131 w 901"/>
              <a:gd name="T43" fmla="*/ 693 h 826"/>
              <a:gd name="T44" fmla="*/ 113 w 901"/>
              <a:gd name="T45" fmla="*/ 716 h 826"/>
              <a:gd name="T46" fmla="*/ 105 w 901"/>
              <a:gd name="T47" fmla="*/ 744 h 826"/>
              <a:gd name="T48" fmla="*/ 108 w 901"/>
              <a:gd name="T49" fmla="*/ 774 h 826"/>
              <a:gd name="T50" fmla="*/ 122 w 901"/>
              <a:gd name="T51" fmla="*/ 798 h 826"/>
              <a:gd name="T52" fmla="*/ 144 w 901"/>
              <a:gd name="T53" fmla="*/ 818 h 826"/>
              <a:gd name="T54" fmla="*/ 172 w 901"/>
              <a:gd name="T55" fmla="*/ 826 h 826"/>
              <a:gd name="T56" fmla="*/ 202 w 901"/>
              <a:gd name="T57" fmla="*/ 823 h 826"/>
              <a:gd name="T58" fmla="*/ 228 w 901"/>
              <a:gd name="T59" fmla="*/ 809 h 826"/>
              <a:gd name="T60" fmla="*/ 246 w 901"/>
              <a:gd name="T61" fmla="*/ 787 h 826"/>
              <a:gd name="T62" fmla="*/ 255 w 901"/>
              <a:gd name="T63" fmla="*/ 759 h 826"/>
              <a:gd name="T64" fmla="*/ 246 w 901"/>
              <a:gd name="T65" fmla="*/ 716 h 826"/>
              <a:gd name="T66" fmla="*/ 514 w 901"/>
              <a:gd name="T67" fmla="*/ 727 h 826"/>
              <a:gd name="T68" fmla="*/ 512 w 901"/>
              <a:gd name="T69" fmla="*/ 766 h 826"/>
              <a:gd name="T70" fmla="*/ 523 w 901"/>
              <a:gd name="T71" fmla="*/ 793 h 826"/>
              <a:gd name="T72" fmla="*/ 543 w 901"/>
              <a:gd name="T73" fmla="*/ 813 h 826"/>
              <a:gd name="T74" fmla="*/ 570 w 901"/>
              <a:gd name="T75" fmla="*/ 825 h 826"/>
              <a:gd name="T76" fmla="*/ 601 w 901"/>
              <a:gd name="T77" fmla="*/ 825 h 826"/>
              <a:gd name="T78" fmla="*/ 628 w 901"/>
              <a:gd name="T79" fmla="*/ 813 h 826"/>
              <a:gd name="T80" fmla="*/ 648 w 901"/>
              <a:gd name="T81" fmla="*/ 793 h 826"/>
              <a:gd name="T82" fmla="*/ 659 w 901"/>
              <a:gd name="T83" fmla="*/ 766 h 826"/>
              <a:gd name="T84" fmla="*/ 658 w 901"/>
              <a:gd name="T85" fmla="*/ 730 h 826"/>
              <a:gd name="T86" fmla="*/ 635 w 901"/>
              <a:gd name="T87" fmla="*/ 695 h 826"/>
              <a:gd name="T88" fmla="*/ 630 w 901"/>
              <a:gd name="T89" fmla="*/ 635 h 826"/>
              <a:gd name="T90" fmla="*/ 886 w 901"/>
              <a:gd name="T91" fmla="*/ 75 h 826"/>
              <a:gd name="T92" fmla="*/ 897 w 901"/>
              <a:gd name="T93" fmla="*/ 70 h 826"/>
              <a:gd name="T94" fmla="*/ 901 w 901"/>
              <a:gd name="T95" fmla="*/ 60 h 826"/>
              <a:gd name="T96" fmla="*/ 897 w 901"/>
              <a:gd name="T97" fmla="*/ 49 h 826"/>
              <a:gd name="T98" fmla="*/ 886 w 901"/>
              <a:gd name="T99" fmla="*/ 45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901" h="826">
                <a:moveTo>
                  <a:pt x="442" y="255"/>
                </a:moveTo>
                <a:lnTo>
                  <a:pt x="540" y="161"/>
                </a:lnTo>
                <a:lnTo>
                  <a:pt x="540" y="161"/>
                </a:lnTo>
                <a:lnTo>
                  <a:pt x="540" y="161"/>
                </a:lnTo>
                <a:lnTo>
                  <a:pt x="562" y="139"/>
                </a:lnTo>
                <a:lnTo>
                  <a:pt x="659" y="255"/>
                </a:lnTo>
                <a:lnTo>
                  <a:pt x="442" y="255"/>
                </a:lnTo>
                <a:close/>
                <a:moveTo>
                  <a:pt x="360" y="255"/>
                </a:moveTo>
                <a:lnTo>
                  <a:pt x="360" y="165"/>
                </a:lnTo>
                <a:lnTo>
                  <a:pt x="493" y="165"/>
                </a:lnTo>
                <a:lnTo>
                  <a:pt x="399" y="255"/>
                </a:lnTo>
                <a:lnTo>
                  <a:pt x="360" y="255"/>
                </a:lnTo>
                <a:close/>
                <a:moveTo>
                  <a:pt x="114" y="255"/>
                </a:moveTo>
                <a:lnTo>
                  <a:pt x="34" y="67"/>
                </a:lnTo>
                <a:lnTo>
                  <a:pt x="101" y="35"/>
                </a:lnTo>
                <a:lnTo>
                  <a:pt x="201" y="255"/>
                </a:lnTo>
                <a:lnTo>
                  <a:pt x="114" y="255"/>
                </a:lnTo>
                <a:close/>
                <a:moveTo>
                  <a:pt x="886" y="45"/>
                </a:moveTo>
                <a:lnTo>
                  <a:pt x="753" y="45"/>
                </a:lnTo>
                <a:lnTo>
                  <a:pt x="749" y="46"/>
                </a:lnTo>
                <a:lnTo>
                  <a:pt x="745" y="48"/>
                </a:lnTo>
                <a:lnTo>
                  <a:pt x="740" y="51"/>
                </a:lnTo>
                <a:lnTo>
                  <a:pt x="739" y="57"/>
                </a:lnTo>
                <a:lnTo>
                  <a:pt x="692" y="248"/>
                </a:lnTo>
                <a:lnTo>
                  <a:pt x="575" y="107"/>
                </a:lnTo>
                <a:lnTo>
                  <a:pt x="573" y="105"/>
                </a:lnTo>
                <a:lnTo>
                  <a:pt x="571" y="104"/>
                </a:lnTo>
                <a:lnTo>
                  <a:pt x="568" y="103"/>
                </a:lnTo>
                <a:lnTo>
                  <a:pt x="564" y="102"/>
                </a:lnTo>
                <a:lnTo>
                  <a:pt x="561" y="102"/>
                </a:lnTo>
                <a:lnTo>
                  <a:pt x="559" y="103"/>
                </a:lnTo>
                <a:lnTo>
                  <a:pt x="556" y="104"/>
                </a:lnTo>
                <a:lnTo>
                  <a:pt x="554" y="106"/>
                </a:lnTo>
                <a:lnTo>
                  <a:pt x="524" y="135"/>
                </a:lnTo>
                <a:lnTo>
                  <a:pt x="345" y="135"/>
                </a:lnTo>
                <a:lnTo>
                  <a:pt x="341" y="135"/>
                </a:lnTo>
                <a:lnTo>
                  <a:pt x="339" y="136"/>
                </a:lnTo>
                <a:lnTo>
                  <a:pt x="336" y="138"/>
                </a:lnTo>
                <a:lnTo>
                  <a:pt x="334" y="139"/>
                </a:lnTo>
                <a:lnTo>
                  <a:pt x="333" y="141"/>
                </a:lnTo>
                <a:lnTo>
                  <a:pt x="331" y="144"/>
                </a:lnTo>
                <a:lnTo>
                  <a:pt x="331" y="147"/>
                </a:lnTo>
                <a:lnTo>
                  <a:pt x="330" y="150"/>
                </a:lnTo>
                <a:lnTo>
                  <a:pt x="330" y="255"/>
                </a:lnTo>
                <a:lnTo>
                  <a:pt x="234" y="255"/>
                </a:lnTo>
                <a:lnTo>
                  <a:pt x="123" y="8"/>
                </a:lnTo>
                <a:lnTo>
                  <a:pt x="122" y="6"/>
                </a:lnTo>
                <a:lnTo>
                  <a:pt x="120" y="4"/>
                </a:lnTo>
                <a:lnTo>
                  <a:pt x="117" y="2"/>
                </a:lnTo>
                <a:lnTo>
                  <a:pt x="114" y="1"/>
                </a:lnTo>
                <a:lnTo>
                  <a:pt x="111" y="0"/>
                </a:lnTo>
                <a:lnTo>
                  <a:pt x="109" y="0"/>
                </a:lnTo>
                <a:lnTo>
                  <a:pt x="106" y="0"/>
                </a:lnTo>
                <a:lnTo>
                  <a:pt x="102" y="1"/>
                </a:lnTo>
                <a:lnTo>
                  <a:pt x="8" y="46"/>
                </a:lnTo>
                <a:lnTo>
                  <a:pt x="5" y="48"/>
                </a:lnTo>
                <a:lnTo>
                  <a:pt x="3" y="50"/>
                </a:lnTo>
                <a:lnTo>
                  <a:pt x="2" y="52"/>
                </a:lnTo>
                <a:lnTo>
                  <a:pt x="1" y="54"/>
                </a:lnTo>
                <a:lnTo>
                  <a:pt x="0" y="58"/>
                </a:lnTo>
                <a:lnTo>
                  <a:pt x="0" y="60"/>
                </a:lnTo>
                <a:lnTo>
                  <a:pt x="0" y="63"/>
                </a:lnTo>
                <a:lnTo>
                  <a:pt x="1" y="66"/>
                </a:lnTo>
                <a:lnTo>
                  <a:pt x="82" y="255"/>
                </a:lnTo>
                <a:lnTo>
                  <a:pt x="15" y="255"/>
                </a:lnTo>
                <a:lnTo>
                  <a:pt x="11" y="256"/>
                </a:lnTo>
                <a:lnTo>
                  <a:pt x="7" y="257"/>
                </a:lnTo>
                <a:lnTo>
                  <a:pt x="5" y="259"/>
                </a:lnTo>
                <a:lnTo>
                  <a:pt x="2" y="261"/>
                </a:lnTo>
                <a:lnTo>
                  <a:pt x="1" y="265"/>
                </a:lnTo>
                <a:lnTo>
                  <a:pt x="0" y="268"/>
                </a:lnTo>
                <a:lnTo>
                  <a:pt x="0" y="271"/>
                </a:lnTo>
                <a:lnTo>
                  <a:pt x="1" y="275"/>
                </a:lnTo>
                <a:lnTo>
                  <a:pt x="114" y="635"/>
                </a:lnTo>
                <a:lnTo>
                  <a:pt x="116" y="640"/>
                </a:lnTo>
                <a:lnTo>
                  <a:pt x="120" y="643"/>
                </a:lnTo>
                <a:lnTo>
                  <a:pt x="123" y="645"/>
                </a:lnTo>
                <a:lnTo>
                  <a:pt x="128" y="646"/>
                </a:lnTo>
                <a:lnTo>
                  <a:pt x="596" y="646"/>
                </a:lnTo>
                <a:lnTo>
                  <a:pt x="589" y="676"/>
                </a:lnTo>
                <a:lnTo>
                  <a:pt x="180" y="676"/>
                </a:lnTo>
                <a:lnTo>
                  <a:pt x="172" y="676"/>
                </a:lnTo>
                <a:lnTo>
                  <a:pt x="165" y="677"/>
                </a:lnTo>
                <a:lnTo>
                  <a:pt x="157" y="679"/>
                </a:lnTo>
                <a:lnTo>
                  <a:pt x="151" y="682"/>
                </a:lnTo>
                <a:lnTo>
                  <a:pt x="144" y="685"/>
                </a:lnTo>
                <a:lnTo>
                  <a:pt x="138" y="689"/>
                </a:lnTo>
                <a:lnTo>
                  <a:pt x="131" y="693"/>
                </a:lnTo>
                <a:lnTo>
                  <a:pt x="127" y="698"/>
                </a:lnTo>
                <a:lnTo>
                  <a:pt x="122" y="703"/>
                </a:lnTo>
                <a:lnTo>
                  <a:pt x="117" y="709"/>
                </a:lnTo>
                <a:lnTo>
                  <a:pt x="113" y="716"/>
                </a:lnTo>
                <a:lnTo>
                  <a:pt x="110" y="722"/>
                </a:lnTo>
                <a:lnTo>
                  <a:pt x="108" y="729"/>
                </a:lnTo>
                <a:lnTo>
                  <a:pt x="106" y="736"/>
                </a:lnTo>
                <a:lnTo>
                  <a:pt x="105" y="744"/>
                </a:lnTo>
                <a:lnTo>
                  <a:pt x="105" y="751"/>
                </a:lnTo>
                <a:lnTo>
                  <a:pt x="105" y="759"/>
                </a:lnTo>
                <a:lnTo>
                  <a:pt x="106" y="766"/>
                </a:lnTo>
                <a:lnTo>
                  <a:pt x="108" y="774"/>
                </a:lnTo>
                <a:lnTo>
                  <a:pt x="110" y="780"/>
                </a:lnTo>
                <a:lnTo>
                  <a:pt x="113" y="787"/>
                </a:lnTo>
                <a:lnTo>
                  <a:pt x="117" y="793"/>
                </a:lnTo>
                <a:lnTo>
                  <a:pt x="122" y="798"/>
                </a:lnTo>
                <a:lnTo>
                  <a:pt x="127" y="804"/>
                </a:lnTo>
                <a:lnTo>
                  <a:pt x="131" y="809"/>
                </a:lnTo>
                <a:lnTo>
                  <a:pt x="138" y="813"/>
                </a:lnTo>
                <a:lnTo>
                  <a:pt x="144" y="818"/>
                </a:lnTo>
                <a:lnTo>
                  <a:pt x="151" y="821"/>
                </a:lnTo>
                <a:lnTo>
                  <a:pt x="157" y="823"/>
                </a:lnTo>
                <a:lnTo>
                  <a:pt x="165" y="825"/>
                </a:lnTo>
                <a:lnTo>
                  <a:pt x="172" y="826"/>
                </a:lnTo>
                <a:lnTo>
                  <a:pt x="180" y="826"/>
                </a:lnTo>
                <a:lnTo>
                  <a:pt x="187" y="826"/>
                </a:lnTo>
                <a:lnTo>
                  <a:pt x="195" y="825"/>
                </a:lnTo>
                <a:lnTo>
                  <a:pt x="202" y="823"/>
                </a:lnTo>
                <a:lnTo>
                  <a:pt x="209" y="821"/>
                </a:lnTo>
                <a:lnTo>
                  <a:pt x="215" y="818"/>
                </a:lnTo>
                <a:lnTo>
                  <a:pt x="221" y="813"/>
                </a:lnTo>
                <a:lnTo>
                  <a:pt x="228" y="809"/>
                </a:lnTo>
                <a:lnTo>
                  <a:pt x="233" y="804"/>
                </a:lnTo>
                <a:lnTo>
                  <a:pt x="238" y="798"/>
                </a:lnTo>
                <a:lnTo>
                  <a:pt x="242" y="793"/>
                </a:lnTo>
                <a:lnTo>
                  <a:pt x="246" y="787"/>
                </a:lnTo>
                <a:lnTo>
                  <a:pt x="249" y="780"/>
                </a:lnTo>
                <a:lnTo>
                  <a:pt x="251" y="774"/>
                </a:lnTo>
                <a:lnTo>
                  <a:pt x="254" y="766"/>
                </a:lnTo>
                <a:lnTo>
                  <a:pt x="255" y="759"/>
                </a:lnTo>
                <a:lnTo>
                  <a:pt x="255" y="751"/>
                </a:lnTo>
                <a:lnTo>
                  <a:pt x="254" y="738"/>
                </a:lnTo>
                <a:lnTo>
                  <a:pt x="250" y="727"/>
                </a:lnTo>
                <a:lnTo>
                  <a:pt x="246" y="716"/>
                </a:lnTo>
                <a:lnTo>
                  <a:pt x="240" y="706"/>
                </a:lnTo>
                <a:lnTo>
                  <a:pt x="526" y="706"/>
                </a:lnTo>
                <a:lnTo>
                  <a:pt x="519" y="716"/>
                </a:lnTo>
                <a:lnTo>
                  <a:pt x="514" y="727"/>
                </a:lnTo>
                <a:lnTo>
                  <a:pt x="511" y="738"/>
                </a:lnTo>
                <a:lnTo>
                  <a:pt x="510" y="751"/>
                </a:lnTo>
                <a:lnTo>
                  <a:pt x="511" y="759"/>
                </a:lnTo>
                <a:lnTo>
                  <a:pt x="512" y="766"/>
                </a:lnTo>
                <a:lnTo>
                  <a:pt x="514" y="774"/>
                </a:lnTo>
                <a:lnTo>
                  <a:pt x="516" y="780"/>
                </a:lnTo>
                <a:lnTo>
                  <a:pt x="519" y="787"/>
                </a:lnTo>
                <a:lnTo>
                  <a:pt x="523" y="793"/>
                </a:lnTo>
                <a:lnTo>
                  <a:pt x="528" y="798"/>
                </a:lnTo>
                <a:lnTo>
                  <a:pt x="532" y="804"/>
                </a:lnTo>
                <a:lnTo>
                  <a:pt x="538" y="809"/>
                </a:lnTo>
                <a:lnTo>
                  <a:pt x="543" y="813"/>
                </a:lnTo>
                <a:lnTo>
                  <a:pt x="549" y="818"/>
                </a:lnTo>
                <a:lnTo>
                  <a:pt x="556" y="821"/>
                </a:lnTo>
                <a:lnTo>
                  <a:pt x="563" y="823"/>
                </a:lnTo>
                <a:lnTo>
                  <a:pt x="570" y="825"/>
                </a:lnTo>
                <a:lnTo>
                  <a:pt x="577" y="826"/>
                </a:lnTo>
                <a:lnTo>
                  <a:pt x="586" y="826"/>
                </a:lnTo>
                <a:lnTo>
                  <a:pt x="593" y="826"/>
                </a:lnTo>
                <a:lnTo>
                  <a:pt x="601" y="825"/>
                </a:lnTo>
                <a:lnTo>
                  <a:pt x="607" y="823"/>
                </a:lnTo>
                <a:lnTo>
                  <a:pt x="615" y="821"/>
                </a:lnTo>
                <a:lnTo>
                  <a:pt x="621" y="818"/>
                </a:lnTo>
                <a:lnTo>
                  <a:pt x="628" y="813"/>
                </a:lnTo>
                <a:lnTo>
                  <a:pt x="633" y="809"/>
                </a:lnTo>
                <a:lnTo>
                  <a:pt x="638" y="804"/>
                </a:lnTo>
                <a:lnTo>
                  <a:pt x="644" y="798"/>
                </a:lnTo>
                <a:lnTo>
                  <a:pt x="648" y="793"/>
                </a:lnTo>
                <a:lnTo>
                  <a:pt x="651" y="787"/>
                </a:lnTo>
                <a:lnTo>
                  <a:pt x="654" y="780"/>
                </a:lnTo>
                <a:lnTo>
                  <a:pt x="658" y="774"/>
                </a:lnTo>
                <a:lnTo>
                  <a:pt x="659" y="766"/>
                </a:lnTo>
                <a:lnTo>
                  <a:pt x="660" y="759"/>
                </a:lnTo>
                <a:lnTo>
                  <a:pt x="661" y="751"/>
                </a:lnTo>
                <a:lnTo>
                  <a:pt x="660" y="740"/>
                </a:lnTo>
                <a:lnTo>
                  <a:pt x="658" y="730"/>
                </a:lnTo>
                <a:lnTo>
                  <a:pt x="653" y="720"/>
                </a:lnTo>
                <a:lnTo>
                  <a:pt x="649" y="710"/>
                </a:lnTo>
                <a:lnTo>
                  <a:pt x="643" y="702"/>
                </a:lnTo>
                <a:lnTo>
                  <a:pt x="635" y="695"/>
                </a:lnTo>
                <a:lnTo>
                  <a:pt x="627" y="689"/>
                </a:lnTo>
                <a:lnTo>
                  <a:pt x="618" y="684"/>
                </a:lnTo>
                <a:lnTo>
                  <a:pt x="629" y="637"/>
                </a:lnTo>
                <a:lnTo>
                  <a:pt x="630" y="635"/>
                </a:lnTo>
                <a:lnTo>
                  <a:pt x="630" y="634"/>
                </a:lnTo>
                <a:lnTo>
                  <a:pt x="717" y="274"/>
                </a:lnTo>
                <a:lnTo>
                  <a:pt x="765" y="75"/>
                </a:lnTo>
                <a:lnTo>
                  <a:pt x="886" y="75"/>
                </a:lnTo>
                <a:lnTo>
                  <a:pt x="889" y="75"/>
                </a:lnTo>
                <a:lnTo>
                  <a:pt x="891" y="74"/>
                </a:lnTo>
                <a:lnTo>
                  <a:pt x="895" y="73"/>
                </a:lnTo>
                <a:lnTo>
                  <a:pt x="897" y="70"/>
                </a:lnTo>
                <a:lnTo>
                  <a:pt x="899" y="68"/>
                </a:lnTo>
                <a:lnTo>
                  <a:pt x="900" y="66"/>
                </a:lnTo>
                <a:lnTo>
                  <a:pt x="901" y="63"/>
                </a:lnTo>
                <a:lnTo>
                  <a:pt x="901" y="60"/>
                </a:lnTo>
                <a:lnTo>
                  <a:pt x="901" y="57"/>
                </a:lnTo>
                <a:lnTo>
                  <a:pt x="900" y="54"/>
                </a:lnTo>
                <a:lnTo>
                  <a:pt x="899" y="51"/>
                </a:lnTo>
                <a:lnTo>
                  <a:pt x="897" y="49"/>
                </a:lnTo>
                <a:lnTo>
                  <a:pt x="895" y="47"/>
                </a:lnTo>
                <a:lnTo>
                  <a:pt x="891" y="46"/>
                </a:lnTo>
                <a:lnTo>
                  <a:pt x="889" y="45"/>
                </a:lnTo>
                <a:lnTo>
                  <a:pt x="886" y="4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" name="Freeform 4344" descr="Icon of wrench. ">
            <a:extLst>
              <a:ext uri="{FF2B5EF4-FFF2-40B4-BE49-F238E27FC236}">
                <a16:creationId xmlns:a16="http://schemas.microsoft.com/office/drawing/2014/main" id="{C131659B-1A41-4821-9349-1E69BBBB560E}"/>
              </a:ext>
            </a:extLst>
          </p:cNvPr>
          <p:cNvSpPr>
            <a:spLocks/>
          </p:cNvSpPr>
          <p:nvPr/>
        </p:nvSpPr>
        <p:spPr bwMode="auto">
          <a:xfrm>
            <a:off x="5907924" y="2309481"/>
            <a:ext cx="373996" cy="373996"/>
          </a:xfrm>
          <a:custGeom>
            <a:avLst/>
            <a:gdLst>
              <a:gd name="T0" fmla="*/ 853 w 886"/>
              <a:gd name="T1" fmla="*/ 137 h 886"/>
              <a:gd name="T2" fmla="*/ 842 w 886"/>
              <a:gd name="T3" fmla="*/ 134 h 886"/>
              <a:gd name="T4" fmla="*/ 833 w 886"/>
              <a:gd name="T5" fmla="*/ 138 h 886"/>
              <a:gd name="T6" fmla="*/ 646 w 886"/>
              <a:gd name="T7" fmla="*/ 172 h 886"/>
              <a:gd name="T8" fmla="*/ 754 w 886"/>
              <a:gd name="T9" fmla="*/ 46 h 886"/>
              <a:gd name="T10" fmla="*/ 754 w 886"/>
              <a:gd name="T11" fmla="*/ 37 h 886"/>
              <a:gd name="T12" fmla="*/ 747 w 886"/>
              <a:gd name="T13" fmla="*/ 29 h 886"/>
              <a:gd name="T14" fmla="*/ 704 w 886"/>
              <a:gd name="T15" fmla="*/ 12 h 886"/>
              <a:gd name="T16" fmla="*/ 659 w 886"/>
              <a:gd name="T17" fmla="*/ 2 h 886"/>
              <a:gd name="T18" fmla="*/ 615 w 886"/>
              <a:gd name="T19" fmla="*/ 0 h 886"/>
              <a:gd name="T20" fmla="*/ 577 w 886"/>
              <a:gd name="T21" fmla="*/ 6 h 886"/>
              <a:gd name="T22" fmla="*/ 539 w 886"/>
              <a:gd name="T23" fmla="*/ 15 h 886"/>
              <a:gd name="T24" fmla="*/ 505 w 886"/>
              <a:gd name="T25" fmla="*/ 31 h 886"/>
              <a:gd name="T26" fmla="*/ 473 w 886"/>
              <a:gd name="T27" fmla="*/ 52 h 886"/>
              <a:gd name="T28" fmla="*/ 443 w 886"/>
              <a:gd name="T29" fmla="*/ 76 h 886"/>
              <a:gd name="T30" fmla="*/ 405 w 886"/>
              <a:gd name="T31" fmla="*/ 124 h 886"/>
              <a:gd name="T32" fmla="*/ 380 w 886"/>
              <a:gd name="T33" fmla="*/ 178 h 886"/>
              <a:gd name="T34" fmla="*/ 368 w 886"/>
              <a:gd name="T35" fmla="*/ 235 h 886"/>
              <a:gd name="T36" fmla="*/ 368 w 886"/>
              <a:gd name="T37" fmla="*/ 293 h 886"/>
              <a:gd name="T38" fmla="*/ 382 w 886"/>
              <a:gd name="T39" fmla="*/ 351 h 886"/>
              <a:gd name="T40" fmla="*/ 21 w 886"/>
              <a:gd name="T41" fmla="*/ 738 h 886"/>
              <a:gd name="T42" fmla="*/ 7 w 886"/>
              <a:gd name="T43" fmla="*/ 762 h 886"/>
              <a:gd name="T44" fmla="*/ 1 w 886"/>
              <a:gd name="T45" fmla="*/ 787 h 886"/>
              <a:gd name="T46" fmla="*/ 2 w 886"/>
              <a:gd name="T47" fmla="*/ 813 h 886"/>
              <a:gd name="T48" fmla="*/ 11 w 886"/>
              <a:gd name="T49" fmla="*/ 838 h 886"/>
              <a:gd name="T50" fmla="*/ 27 w 886"/>
              <a:gd name="T51" fmla="*/ 860 h 886"/>
              <a:gd name="T52" fmla="*/ 48 w 886"/>
              <a:gd name="T53" fmla="*/ 875 h 886"/>
              <a:gd name="T54" fmla="*/ 73 w 886"/>
              <a:gd name="T55" fmla="*/ 884 h 886"/>
              <a:gd name="T56" fmla="*/ 99 w 886"/>
              <a:gd name="T57" fmla="*/ 885 h 886"/>
              <a:gd name="T58" fmla="*/ 125 w 886"/>
              <a:gd name="T59" fmla="*/ 879 h 886"/>
              <a:gd name="T60" fmla="*/ 148 w 886"/>
              <a:gd name="T61" fmla="*/ 866 h 886"/>
              <a:gd name="T62" fmla="*/ 530 w 886"/>
              <a:gd name="T63" fmla="*/ 502 h 886"/>
              <a:gd name="T64" fmla="*/ 570 w 886"/>
              <a:gd name="T65" fmla="*/ 515 h 886"/>
              <a:gd name="T66" fmla="*/ 612 w 886"/>
              <a:gd name="T67" fmla="*/ 520 h 886"/>
              <a:gd name="T68" fmla="*/ 626 w 886"/>
              <a:gd name="T69" fmla="*/ 520 h 886"/>
              <a:gd name="T70" fmla="*/ 664 w 886"/>
              <a:gd name="T71" fmla="*/ 518 h 886"/>
              <a:gd name="T72" fmla="*/ 702 w 886"/>
              <a:gd name="T73" fmla="*/ 509 h 886"/>
              <a:gd name="T74" fmla="*/ 737 w 886"/>
              <a:gd name="T75" fmla="*/ 496 h 886"/>
              <a:gd name="T76" fmla="*/ 769 w 886"/>
              <a:gd name="T77" fmla="*/ 477 h 886"/>
              <a:gd name="T78" fmla="*/ 800 w 886"/>
              <a:gd name="T79" fmla="*/ 454 h 886"/>
              <a:gd name="T80" fmla="*/ 837 w 886"/>
              <a:gd name="T81" fmla="*/ 413 h 886"/>
              <a:gd name="T82" fmla="*/ 867 w 886"/>
              <a:gd name="T83" fmla="*/ 360 h 886"/>
              <a:gd name="T84" fmla="*/ 883 w 886"/>
              <a:gd name="T85" fmla="*/ 301 h 886"/>
              <a:gd name="T86" fmla="*/ 885 w 886"/>
              <a:gd name="T87" fmla="*/ 241 h 886"/>
              <a:gd name="T88" fmla="*/ 873 w 886"/>
              <a:gd name="T89" fmla="*/ 181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86" h="886">
                <a:moveTo>
                  <a:pt x="857" y="143"/>
                </a:moveTo>
                <a:lnTo>
                  <a:pt x="855" y="139"/>
                </a:lnTo>
                <a:lnTo>
                  <a:pt x="853" y="137"/>
                </a:lnTo>
                <a:lnTo>
                  <a:pt x="849" y="135"/>
                </a:lnTo>
                <a:lnTo>
                  <a:pt x="846" y="133"/>
                </a:lnTo>
                <a:lnTo>
                  <a:pt x="842" y="134"/>
                </a:lnTo>
                <a:lnTo>
                  <a:pt x="839" y="135"/>
                </a:lnTo>
                <a:lnTo>
                  <a:pt x="836" y="136"/>
                </a:lnTo>
                <a:lnTo>
                  <a:pt x="833" y="138"/>
                </a:lnTo>
                <a:lnTo>
                  <a:pt x="712" y="259"/>
                </a:lnTo>
                <a:lnTo>
                  <a:pt x="646" y="259"/>
                </a:lnTo>
                <a:lnTo>
                  <a:pt x="646" y="172"/>
                </a:lnTo>
                <a:lnTo>
                  <a:pt x="751" y="53"/>
                </a:lnTo>
                <a:lnTo>
                  <a:pt x="753" y="49"/>
                </a:lnTo>
                <a:lnTo>
                  <a:pt x="754" y="46"/>
                </a:lnTo>
                <a:lnTo>
                  <a:pt x="755" y="43"/>
                </a:lnTo>
                <a:lnTo>
                  <a:pt x="755" y="39"/>
                </a:lnTo>
                <a:lnTo>
                  <a:pt x="754" y="37"/>
                </a:lnTo>
                <a:lnTo>
                  <a:pt x="752" y="33"/>
                </a:lnTo>
                <a:lnTo>
                  <a:pt x="750" y="31"/>
                </a:lnTo>
                <a:lnTo>
                  <a:pt x="747" y="29"/>
                </a:lnTo>
                <a:lnTo>
                  <a:pt x="733" y="23"/>
                </a:lnTo>
                <a:lnTo>
                  <a:pt x="719" y="16"/>
                </a:lnTo>
                <a:lnTo>
                  <a:pt x="704" y="12"/>
                </a:lnTo>
                <a:lnTo>
                  <a:pt x="689" y="8"/>
                </a:lnTo>
                <a:lnTo>
                  <a:pt x="674" y="5"/>
                </a:lnTo>
                <a:lnTo>
                  <a:pt x="659" y="2"/>
                </a:lnTo>
                <a:lnTo>
                  <a:pt x="643" y="1"/>
                </a:lnTo>
                <a:lnTo>
                  <a:pt x="628" y="0"/>
                </a:lnTo>
                <a:lnTo>
                  <a:pt x="615" y="0"/>
                </a:lnTo>
                <a:lnTo>
                  <a:pt x="602" y="1"/>
                </a:lnTo>
                <a:lnTo>
                  <a:pt x="589" y="3"/>
                </a:lnTo>
                <a:lnTo>
                  <a:pt x="577" y="6"/>
                </a:lnTo>
                <a:lnTo>
                  <a:pt x="564" y="8"/>
                </a:lnTo>
                <a:lnTo>
                  <a:pt x="552" y="11"/>
                </a:lnTo>
                <a:lnTo>
                  <a:pt x="539" y="15"/>
                </a:lnTo>
                <a:lnTo>
                  <a:pt x="527" y="19"/>
                </a:lnTo>
                <a:lnTo>
                  <a:pt x="516" y="25"/>
                </a:lnTo>
                <a:lnTo>
                  <a:pt x="505" y="31"/>
                </a:lnTo>
                <a:lnTo>
                  <a:pt x="493" y="37"/>
                </a:lnTo>
                <a:lnTo>
                  <a:pt x="482" y="44"/>
                </a:lnTo>
                <a:lnTo>
                  <a:pt x="473" y="52"/>
                </a:lnTo>
                <a:lnTo>
                  <a:pt x="462" y="59"/>
                </a:lnTo>
                <a:lnTo>
                  <a:pt x="452" y="68"/>
                </a:lnTo>
                <a:lnTo>
                  <a:pt x="443" y="76"/>
                </a:lnTo>
                <a:lnTo>
                  <a:pt x="429" y="91"/>
                </a:lnTo>
                <a:lnTo>
                  <a:pt x="416" y="107"/>
                </a:lnTo>
                <a:lnTo>
                  <a:pt x="405" y="124"/>
                </a:lnTo>
                <a:lnTo>
                  <a:pt x="396" y="141"/>
                </a:lnTo>
                <a:lnTo>
                  <a:pt x="387" y="160"/>
                </a:lnTo>
                <a:lnTo>
                  <a:pt x="380" y="178"/>
                </a:lnTo>
                <a:lnTo>
                  <a:pt x="374" y="196"/>
                </a:lnTo>
                <a:lnTo>
                  <a:pt x="370" y="215"/>
                </a:lnTo>
                <a:lnTo>
                  <a:pt x="368" y="235"/>
                </a:lnTo>
                <a:lnTo>
                  <a:pt x="366" y="254"/>
                </a:lnTo>
                <a:lnTo>
                  <a:pt x="367" y="274"/>
                </a:lnTo>
                <a:lnTo>
                  <a:pt x="368" y="293"/>
                </a:lnTo>
                <a:lnTo>
                  <a:pt x="371" y="313"/>
                </a:lnTo>
                <a:lnTo>
                  <a:pt x="376" y="332"/>
                </a:lnTo>
                <a:lnTo>
                  <a:pt x="382" y="351"/>
                </a:lnTo>
                <a:lnTo>
                  <a:pt x="390" y="369"/>
                </a:lnTo>
                <a:lnTo>
                  <a:pt x="27" y="732"/>
                </a:lnTo>
                <a:lnTo>
                  <a:pt x="21" y="738"/>
                </a:lnTo>
                <a:lnTo>
                  <a:pt x="16" y="746"/>
                </a:lnTo>
                <a:lnTo>
                  <a:pt x="11" y="753"/>
                </a:lnTo>
                <a:lnTo>
                  <a:pt x="7" y="762"/>
                </a:lnTo>
                <a:lnTo>
                  <a:pt x="4" y="769"/>
                </a:lnTo>
                <a:lnTo>
                  <a:pt x="2" y="778"/>
                </a:lnTo>
                <a:lnTo>
                  <a:pt x="1" y="787"/>
                </a:lnTo>
                <a:lnTo>
                  <a:pt x="0" y="796"/>
                </a:lnTo>
                <a:lnTo>
                  <a:pt x="1" y="805"/>
                </a:lnTo>
                <a:lnTo>
                  <a:pt x="2" y="813"/>
                </a:lnTo>
                <a:lnTo>
                  <a:pt x="4" y="822"/>
                </a:lnTo>
                <a:lnTo>
                  <a:pt x="7" y="830"/>
                </a:lnTo>
                <a:lnTo>
                  <a:pt x="11" y="838"/>
                </a:lnTo>
                <a:lnTo>
                  <a:pt x="15" y="845"/>
                </a:lnTo>
                <a:lnTo>
                  <a:pt x="20" y="853"/>
                </a:lnTo>
                <a:lnTo>
                  <a:pt x="27" y="860"/>
                </a:lnTo>
                <a:lnTo>
                  <a:pt x="33" y="866"/>
                </a:lnTo>
                <a:lnTo>
                  <a:pt x="41" y="871"/>
                </a:lnTo>
                <a:lnTo>
                  <a:pt x="48" y="875"/>
                </a:lnTo>
                <a:lnTo>
                  <a:pt x="55" y="879"/>
                </a:lnTo>
                <a:lnTo>
                  <a:pt x="64" y="882"/>
                </a:lnTo>
                <a:lnTo>
                  <a:pt x="73" y="884"/>
                </a:lnTo>
                <a:lnTo>
                  <a:pt x="81" y="885"/>
                </a:lnTo>
                <a:lnTo>
                  <a:pt x="91" y="886"/>
                </a:lnTo>
                <a:lnTo>
                  <a:pt x="99" y="885"/>
                </a:lnTo>
                <a:lnTo>
                  <a:pt x="108" y="884"/>
                </a:lnTo>
                <a:lnTo>
                  <a:pt x="116" y="882"/>
                </a:lnTo>
                <a:lnTo>
                  <a:pt x="125" y="879"/>
                </a:lnTo>
                <a:lnTo>
                  <a:pt x="133" y="875"/>
                </a:lnTo>
                <a:lnTo>
                  <a:pt x="140" y="871"/>
                </a:lnTo>
                <a:lnTo>
                  <a:pt x="148" y="866"/>
                </a:lnTo>
                <a:lnTo>
                  <a:pt x="154" y="860"/>
                </a:lnTo>
                <a:lnTo>
                  <a:pt x="517" y="497"/>
                </a:lnTo>
                <a:lnTo>
                  <a:pt x="530" y="502"/>
                </a:lnTo>
                <a:lnTo>
                  <a:pt x="543" y="507"/>
                </a:lnTo>
                <a:lnTo>
                  <a:pt x="556" y="512"/>
                </a:lnTo>
                <a:lnTo>
                  <a:pt x="570" y="515"/>
                </a:lnTo>
                <a:lnTo>
                  <a:pt x="584" y="517"/>
                </a:lnTo>
                <a:lnTo>
                  <a:pt x="598" y="519"/>
                </a:lnTo>
                <a:lnTo>
                  <a:pt x="612" y="520"/>
                </a:lnTo>
                <a:lnTo>
                  <a:pt x="626" y="520"/>
                </a:lnTo>
                <a:lnTo>
                  <a:pt x="626" y="520"/>
                </a:lnTo>
                <a:lnTo>
                  <a:pt x="626" y="520"/>
                </a:lnTo>
                <a:lnTo>
                  <a:pt x="639" y="520"/>
                </a:lnTo>
                <a:lnTo>
                  <a:pt x="651" y="519"/>
                </a:lnTo>
                <a:lnTo>
                  <a:pt x="664" y="518"/>
                </a:lnTo>
                <a:lnTo>
                  <a:pt x="677" y="516"/>
                </a:lnTo>
                <a:lnTo>
                  <a:pt x="689" y="513"/>
                </a:lnTo>
                <a:lnTo>
                  <a:pt x="702" y="509"/>
                </a:lnTo>
                <a:lnTo>
                  <a:pt x="714" y="505"/>
                </a:lnTo>
                <a:lnTo>
                  <a:pt x="725" y="501"/>
                </a:lnTo>
                <a:lnTo>
                  <a:pt x="737" y="496"/>
                </a:lnTo>
                <a:lnTo>
                  <a:pt x="748" y="490"/>
                </a:lnTo>
                <a:lnTo>
                  <a:pt x="758" y="484"/>
                </a:lnTo>
                <a:lnTo>
                  <a:pt x="769" y="477"/>
                </a:lnTo>
                <a:lnTo>
                  <a:pt x="780" y="470"/>
                </a:lnTo>
                <a:lnTo>
                  <a:pt x="791" y="462"/>
                </a:lnTo>
                <a:lnTo>
                  <a:pt x="800" y="454"/>
                </a:lnTo>
                <a:lnTo>
                  <a:pt x="810" y="444"/>
                </a:lnTo>
                <a:lnTo>
                  <a:pt x="824" y="429"/>
                </a:lnTo>
                <a:lnTo>
                  <a:pt x="837" y="413"/>
                </a:lnTo>
                <a:lnTo>
                  <a:pt x="848" y="396"/>
                </a:lnTo>
                <a:lnTo>
                  <a:pt x="858" y="378"/>
                </a:lnTo>
                <a:lnTo>
                  <a:pt x="867" y="360"/>
                </a:lnTo>
                <a:lnTo>
                  <a:pt x="873" y="340"/>
                </a:lnTo>
                <a:lnTo>
                  <a:pt x="878" y="321"/>
                </a:lnTo>
                <a:lnTo>
                  <a:pt x="883" y="301"/>
                </a:lnTo>
                <a:lnTo>
                  <a:pt x="885" y="282"/>
                </a:lnTo>
                <a:lnTo>
                  <a:pt x="886" y="261"/>
                </a:lnTo>
                <a:lnTo>
                  <a:pt x="885" y="241"/>
                </a:lnTo>
                <a:lnTo>
                  <a:pt x="883" y="221"/>
                </a:lnTo>
                <a:lnTo>
                  <a:pt x="878" y="200"/>
                </a:lnTo>
                <a:lnTo>
                  <a:pt x="873" y="181"/>
                </a:lnTo>
                <a:lnTo>
                  <a:pt x="865" y="162"/>
                </a:lnTo>
                <a:lnTo>
                  <a:pt x="857" y="1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Freeform 3886" descr="Icon of magnifying glass to represent search. ">
            <a:extLst>
              <a:ext uri="{FF2B5EF4-FFF2-40B4-BE49-F238E27FC236}">
                <a16:creationId xmlns:a16="http://schemas.microsoft.com/office/drawing/2014/main" id="{9C39FCE6-977D-70E5-4A6A-ABAC14545144}"/>
              </a:ext>
            </a:extLst>
          </p:cNvPr>
          <p:cNvSpPr>
            <a:spLocks noEditPoints="1"/>
          </p:cNvSpPr>
          <p:nvPr/>
        </p:nvSpPr>
        <p:spPr bwMode="auto">
          <a:xfrm>
            <a:off x="3754468" y="2334953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5" name="Group 4" descr="Icon of computer monitor. ">
            <a:extLst>
              <a:ext uri="{FF2B5EF4-FFF2-40B4-BE49-F238E27FC236}">
                <a16:creationId xmlns:a16="http://schemas.microsoft.com/office/drawing/2014/main" id="{3CC5A673-A63C-CF60-7508-0F8B28471605}"/>
              </a:ext>
            </a:extLst>
          </p:cNvPr>
          <p:cNvGrpSpPr/>
          <p:nvPr/>
        </p:nvGrpSpPr>
        <p:grpSpPr>
          <a:xfrm>
            <a:off x="8127054" y="2325029"/>
            <a:ext cx="287338" cy="258762"/>
            <a:chOff x="879475" y="817563"/>
            <a:chExt cx="287338" cy="258762"/>
          </a:xfrm>
          <a:solidFill>
            <a:schemeClr val="bg1"/>
          </a:solidFill>
        </p:grpSpPr>
        <p:sp>
          <p:nvSpPr>
            <p:cNvPr id="6" name="Freeform 1593">
              <a:extLst>
                <a:ext uri="{FF2B5EF4-FFF2-40B4-BE49-F238E27FC236}">
                  <a16:creationId xmlns:a16="http://schemas.microsoft.com/office/drawing/2014/main" id="{5CE6F3F1-81F9-10A2-72BE-A02E9F630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817563"/>
              <a:ext cx="287338" cy="171450"/>
            </a:xfrm>
            <a:custGeom>
              <a:avLst/>
              <a:gdLst>
                <a:gd name="T0" fmla="*/ 829 w 904"/>
                <a:gd name="T1" fmla="*/ 0 h 544"/>
                <a:gd name="T2" fmla="*/ 75 w 904"/>
                <a:gd name="T3" fmla="*/ 0 h 544"/>
                <a:gd name="T4" fmla="*/ 67 w 904"/>
                <a:gd name="T5" fmla="*/ 2 h 544"/>
                <a:gd name="T6" fmla="*/ 59 w 904"/>
                <a:gd name="T7" fmla="*/ 3 h 544"/>
                <a:gd name="T8" fmla="*/ 53 w 904"/>
                <a:gd name="T9" fmla="*/ 4 h 544"/>
                <a:gd name="T10" fmla="*/ 46 w 904"/>
                <a:gd name="T11" fmla="*/ 7 h 544"/>
                <a:gd name="T12" fmla="*/ 40 w 904"/>
                <a:gd name="T13" fmla="*/ 10 h 544"/>
                <a:gd name="T14" fmla="*/ 33 w 904"/>
                <a:gd name="T15" fmla="*/ 14 h 544"/>
                <a:gd name="T16" fmla="*/ 27 w 904"/>
                <a:gd name="T17" fmla="*/ 18 h 544"/>
                <a:gd name="T18" fmla="*/ 22 w 904"/>
                <a:gd name="T19" fmla="*/ 23 h 544"/>
                <a:gd name="T20" fmla="*/ 16 w 904"/>
                <a:gd name="T21" fmla="*/ 28 h 544"/>
                <a:gd name="T22" fmla="*/ 12 w 904"/>
                <a:gd name="T23" fmla="*/ 34 h 544"/>
                <a:gd name="T24" fmla="*/ 9 w 904"/>
                <a:gd name="T25" fmla="*/ 40 h 544"/>
                <a:gd name="T26" fmla="*/ 5 w 904"/>
                <a:gd name="T27" fmla="*/ 47 h 544"/>
                <a:gd name="T28" fmla="*/ 3 w 904"/>
                <a:gd name="T29" fmla="*/ 54 h 544"/>
                <a:gd name="T30" fmla="*/ 1 w 904"/>
                <a:gd name="T31" fmla="*/ 61 h 544"/>
                <a:gd name="T32" fmla="*/ 0 w 904"/>
                <a:gd name="T33" fmla="*/ 69 h 544"/>
                <a:gd name="T34" fmla="*/ 0 w 904"/>
                <a:gd name="T35" fmla="*/ 77 h 544"/>
                <a:gd name="T36" fmla="*/ 0 w 904"/>
                <a:gd name="T37" fmla="*/ 544 h 544"/>
                <a:gd name="T38" fmla="*/ 904 w 904"/>
                <a:gd name="T39" fmla="*/ 544 h 544"/>
                <a:gd name="T40" fmla="*/ 904 w 904"/>
                <a:gd name="T41" fmla="*/ 77 h 544"/>
                <a:gd name="T42" fmla="*/ 904 w 904"/>
                <a:gd name="T43" fmla="*/ 69 h 544"/>
                <a:gd name="T44" fmla="*/ 903 w 904"/>
                <a:gd name="T45" fmla="*/ 61 h 544"/>
                <a:gd name="T46" fmla="*/ 901 w 904"/>
                <a:gd name="T47" fmla="*/ 54 h 544"/>
                <a:gd name="T48" fmla="*/ 899 w 904"/>
                <a:gd name="T49" fmla="*/ 47 h 544"/>
                <a:gd name="T50" fmla="*/ 896 w 904"/>
                <a:gd name="T51" fmla="*/ 40 h 544"/>
                <a:gd name="T52" fmla="*/ 892 w 904"/>
                <a:gd name="T53" fmla="*/ 34 h 544"/>
                <a:gd name="T54" fmla="*/ 888 w 904"/>
                <a:gd name="T55" fmla="*/ 28 h 544"/>
                <a:gd name="T56" fmla="*/ 882 w 904"/>
                <a:gd name="T57" fmla="*/ 23 h 544"/>
                <a:gd name="T58" fmla="*/ 877 w 904"/>
                <a:gd name="T59" fmla="*/ 18 h 544"/>
                <a:gd name="T60" fmla="*/ 871 w 904"/>
                <a:gd name="T61" fmla="*/ 14 h 544"/>
                <a:gd name="T62" fmla="*/ 866 w 904"/>
                <a:gd name="T63" fmla="*/ 10 h 544"/>
                <a:gd name="T64" fmla="*/ 859 w 904"/>
                <a:gd name="T65" fmla="*/ 7 h 544"/>
                <a:gd name="T66" fmla="*/ 851 w 904"/>
                <a:gd name="T67" fmla="*/ 4 h 544"/>
                <a:gd name="T68" fmla="*/ 845 w 904"/>
                <a:gd name="T69" fmla="*/ 3 h 544"/>
                <a:gd name="T70" fmla="*/ 837 w 904"/>
                <a:gd name="T71" fmla="*/ 2 h 544"/>
                <a:gd name="T72" fmla="*/ 829 w 904"/>
                <a:gd name="T73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4" h="544">
                  <a:moveTo>
                    <a:pt x="829" y="0"/>
                  </a:moveTo>
                  <a:lnTo>
                    <a:pt x="75" y="0"/>
                  </a:lnTo>
                  <a:lnTo>
                    <a:pt x="67" y="2"/>
                  </a:lnTo>
                  <a:lnTo>
                    <a:pt x="59" y="3"/>
                  </a:lnTo>
                  <a:lnTo>
                    <a:pt x="53" y="4"/>
                  </a:lnTo>
                  <a:lnTo>
                    <a:pt x="46" y="7"/>
                  </a:lnTo>
                  <a:lnTo>
                    <a:pt x="40" y="10"/>
                  </a:lnTo>
                  <a:lnTo>
                    <a:pt x="33" y="14"/>
                  </a:lnTo>
                  <a:lnTo>
                    <a:pt x="27" y="18"/>
                  </a:lnTo>
                  <a:lnTo>
                    <a:pt x="22" y="23"/>
                  </a:lnTo>
                  <a:lnTo>
                    <a:pt x="16" y="28"/>
                  </a:lnTo>
                  <a:lnTo>
                    <a:pt x="12" y="34"/>
                  </a:lnTo>
                  <a:lnTo>
                    <a:pt x="9" y="40"/>
                  </a:lnTo>
                  <a:lnTo>
                    <a:pt x="5" y="47"/>
                  </a:lnTo>
                  <a:lnTo>
                    <a:pt x="3" y="54"/>
                  </a:lnTo>
                  <a:lnTo>
                    <a:pt x="1" y="61"/>
                  </a:lnTo>
                  <a:lnTo>
                    <a:pt x="0" y="69"/>
                  </a:lnTo>
                  <a:lnTo>
                    <a:pt x="0" y="77"/>
                  </a:lnTo>
                  <a:lnTo>
                    <a:pt x="0" y="544"/>
                  </a:lnTo>
                  <a:lnTo>
                    <a:pt x="904" y="544"/>
                  </a:lnTo>
                  <a:lnTo>
                    <a:pt x="904" y="77"/>
                  </a:lnTo>
                  <a:lnTo>
                    <a:pt x="904" y="69"/>
                  </a:lnTo>
                  <a:lnTo>
                    <a:pt x="903" y="61"/>
                  </a:lnTo>
                  <a:lnTo>
                    <a:pt x="901" y="54"/>
                  </a:lnTo>
                  <a:lnTo>
                    <a:pt x="899" y="47"/>
                  </a:lnTo>
                  <a:lnTo>
                    <a:pt x="896" y="40"/>
                  </a:lnTo>
                  <a:lnTo>
                    <a:pt x="892" y="34"/>
                  </a:lnTo>
                  <a:lnTo>
                    <a:pt x="888" y="28"/>
                  </a:lnTo>
                  <a:lnTo>
                    <a:pt x="882" y="23"/>
                  </a:lnTo>
                  <a:lnTo>
                    <a:pt x="877" y="18"/>
                  </a:lnTo>
                  <a:lnTo>
                    <a:pt x="871" y="14"/>
                  </a:lnTo>
                  <a:lnTo>
                    <a:pt x="866" y="10"/>
                  </a:lnTo>
                  <a:lnTo>
                    <a:pt x="859" y="7"/>
                  </a:lnTo>
                  <a:lnTo>
                    <a:pt x="851" y="4"/>
                  </a:lnTo>
                  <a:lnTo>
                    <a:pt x="845" y="3"/>
                  </a:lnTo>
                  <a:lnTo>
                    <a:pt x="837" y="2"/>
                  </a:lnTo>
                  <a:lnTo>
                    <a:pt x="8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1594">
              <a:extLst>
                <a:ext uri="{FF2B5EF4-FFF2-40B4-BE49-F238E27FC236}">
                  <a16:creationId xmlns:a16="http://schemas.microsoft.com/office/drawing/2014/main" id="{3490DEDD-3E27-EB64-9CE4-6873A9F4CA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9475" y="1000125"/>
              <a:ext cx="287338" cy="76200"/>
            </a:xfrm>
            <a:custGeom>
              <a:avLst/>
              <a:gdLst>
                <a:gd name="T0" fmla="*/ 459 w 904"/>
                <a:gd name="T1" fmla="*/ 29 h 241"/>
                <a:gd name="T2" fmla="*/ 469 w 904"/>
                <a:gd name="T3" fmla="*/ 35 h 241"/>
                <a:gd name="T4" fmla="*/ 478 w 904"/>
                <a:gd name="T5" fmla="*/ 43 h 241"/>
                <a:gd name="T6" fmla="*/ 482 w 904"/>
                <a:gd name="T7" fmla="*/ 54 h 241"/>
                <a:gd name="T8" fmla="*/ 482 w 904"/>
                <a:gd name="T9" fmla="*/ 66 h 241"/>
                <a:gd name="T10" fmla="*/ 478 w 904"/>
                <a:gd name="T11" fmla="*/ 77 h 241"/>
                <a:gd name="T12" fmla="*/ 469 w 904"/>
                <a:gd name="T13" fmla="*/ 85 h 241"/>
                <a:gd name="T14" fmla="*/ 459 w 904"/>
                <a:gd name="T15" fmla="*/ 89 h 241"/>
                <a:gd name="T16" fmla="*/ 447 w 904"/>
                <a:gd name="T17" fmla="*/ 89 h 241"/>
                <a:gd name="T18" fmla="*/ 436 w 904"/>
                <a:gd name="T19" fmla="*/ 85 h 241"/>
                <a:gd name="T20" fmla="*/ 427 w 904"/>
                <a:gd name="T21" fmla="*/ 77 h 241"/>
                <a:gd name="T22" fmla="*/ 422 w 904"/>
                <a:gd name="T23" fmla="*/ 66 h 241"/>
                <a:gd name="T24" fmla="*/ 422 w 904"/>
                <a:gd name="T25" fmla="*/ 54 h 241"/>
                <a:gd name="T26" fmla="*/ 427 w 904"/>
                <a:gd name="T27" fmla="*/ 43 h 241"/>
                <a:gd name="T28" fmla="*/ 436 w 904"/>
                <a:gd name="T29" fmla="*/ 35 h 241"/>
                <a:gd name="T30" fmla="*/ 447 w 904"/>
                <a:gd name="T31" fmla="*/ 31 h 241"/>
                <a:gd name="T32" fmla="*/ 452 w 904"/>
                <a:gd name="T33" fmla="*/ 29 h 241"/>
                <a:gd name="T34" fmla="*/ 0 w 904"/>
                <a:gd name="T35" fmla="*/ 83 h 241"/>
                <a:gd name="T36" fmla="*/ 3 w 904"/>
                <a:gd name="T37" fmla="*/ 97 h 241"/>
                <a:gd name="T38" fmla="*/ 9 w 904"/>
                <a:gd name="T39" fmla="*/ 110 h 241"/>
                <a:gd name="T40" fmla="*/ 16 w 904"/>
                <a:gd name="T41" fmla="*/ 122 h 241"/>
                <a:gd name="T42" fmla="*/ 27 w 904"/>
                <a:gd name="T43" fmla="*/ 132 h 241"/>
                <a:gd name="T44" fmla="*/ 40 w 904"/>
                <a:gd name="T45" fmla="*/ 141 h 241"/>
                <a:gd name="T46" fmla="*/ 53 w 904"/>
                <a:gd name="T47" fmla="*/ 147 h 241"/>
                <a:gd name="T48" fmla="*/ 67 w 904"/>
                <a:gd name="T49" fmla="*/ 150 h 241"/>
                <a:gd name="T50" fmla="*/ 437 w 904"/>
                <a:gd name="T51" fmla="*/ 150 h 241"/>
                <a:gd name="T52" fmla="*/ 195 w 904"/>
                <a:gd name="T53" fmla="*/ 211 h 241"/>
                <a:gd name="T54" fmla="*/ 190 w 904"/>
                <a:gd name="T55" fmla="*/ 212 h 241"/>
                <a:gd name="T56" fmla="*/ 186 w 904"/>
                <a:gd name="T57" fmla="*/ 215 h 241"/>
                <a:gd name="T58" fmla="*/ 182 w 904"/>
                <a:gd name="T59" fmla="*/ 220 h 241"/>
                <a:gd name="T60" fmla="*/ 181 w 904"/>
                <a:gd name="T61" fmla="*/ 225 h 241"/>
                <a:gd name="T62" fmla="*/ 182 w 904"/>
                <a:gd name="T63" fmla="*/ 232 h 241"/>
                <a:gd name="T64" fmla="*/ 186 w 904"/>
                <a:gd name="T65" fmla="*/ 236 h 241"/>
                <a:gd name="T66" fmla="*/ 190 w 904"/>
                <a:gd name="T67" fmla="*/ 240 h 241"/>
                <a:gd name="T68" fmla="*/ 195 w 904"/>
                <a:gd name="T69" fmla="*/ 241 h 241"/>
                <a:gd name="T70" fmla="*/ 742 w 904"/>
                <a:gd name="T71" fmla="*/ 241 h 241"/>
                <a:gd name="T72" fmla="*/ 747 w 904"/>
                <a:gd name="T73" fmla="*/ 239 h 241"/>
                <a:gd name="T74" fmla="*/ 752 w 904"/>
                <a:gd name="T75" fmla="*/ 234 h 241"/>
                <a:gd name="T76" fmla="*/ 754 w 904"/>
                <a:gd name="T77" fmla="*/ 229 h 241"/>
                <a:gd name="T78" fmla="*/ 754 w 904"/>
                <a:gd name="T79" fmla="*/ 223 h 241"/>
                <a:gd name="T80" fmla="*/ 752 w 904"/>
                <a:gd name="T81" fmla="*/ 218 h 241"/>
                <a:gd name="T82" fmla="*/ 747 w 904"/>
                <a:gd name="T83" fmla="*/ 213 h 241"/>
                <a:gd name="T84" fmla="*/ 742 w 904"/>
                <a:gd name="T85" fmla="*/ 211 h 241"/>
                <a:gd name="T86" fmla="*/ 468 w 904"/>
                <a:gd name="T87" fmla="*/ 211 h 241"/>
                <a:gd name="T88" fmla="*/ 829 w 904"/>
                <a:gd name="T89" fmla="*/ 150 h 241"/>
                <a:gd name="T90" fmla="*/ 845 w 904"/>
                <a:gd name="T91" fmla="*/ 149 h 241"/>
                <a:gd name="T92" fmla="*/ 859 w 904"/>
                <a:gd name="T93" fmla="*/ 145 h 241"/>
                <a:gd name="T94" fmla="*/ 871 w 904"/>
                <a:gd name="T95" fmla="*/ 137 h 241"/>
                <a:gd name="T96" fmla="*/ 882 w 904"/>
                <a:gd name="T97" fmla="*/ 128 h 241"/>
                <a:gd name="T98" fmla="*/ 892 w 904"/>
                <a:gd name="T99" fmla="*/ 117 h 241"/>
                <a:gd name="T100" fmla="*/ 899 w 904"/>
                <a:gd name="T101" fmla="*/ 104 h 241"/>
                <a:gd name="T102" fmla="*/ 903 w 904"/>
                <a:gd name="T103" fmla="*/ 90 h 241"/>
                <a:gd name="T104" fmla="*/ 904 w 904"/>
                <a:gd name="T105" fmla="*/ 75 h 241"/>
                <a:gd name="T106" fmla="*/ 0 w 904"/>
                <a:gd name="T107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04" h="241">
                  <a:moveTo>
                    <a:pt x="452" y="29"/>
                  </a:moveTo>
                  <a:lnTo>
                    <a:pt x="459" y="29"/>
                  </a:lnTo>
                  <a:lnTo>
                    <a:pt x="464" y="32"/>
                  </a:lnTo>
                  <a:lnTo>
                    <a:pt x="469" y="35"/>
                  </a:lnTo>
                  <a:lnTo>
                    <a:pt x="473" y="38"/>
                  </a:lnTo>
                  <a:lnTo>
                    <a:pt x="478" y="43"/>
                  </a:lnTo>
                  <a:lnTo>
                    <a:pt x="480" y="48"/>
                  </a:lnTo>
                  <a:lnTo>
                    <a:pt x="482" y="54"/>
                  </a:lnTo>
                  <a:lnTo>
                    <a:pt x="482" y="59"/>
                  </a:lnTo>
                  <a:lnTo>
                    <a:pt x="482" y="66"/>
                  </a:lnTo>
                  <a:lnTo>
                    <a:pt x="480" y="71"/>
                  </a:lnTo>
                  <a:lnTo>
                    <a:pt x="478" y="77"/>
                  </a:lnTo>
                  <a:lnTo>
                    <a:pt x="473" y="81"/>
                  </a:lnTo>
                  <a:lnTo>
                    <a:pt x="469" y="85"/>
                  </a:lnTo>
                  <a:lnTo>
                    <a:pt x="464" y="87"/>
                  </a:lnTo>
                  <a:lnTo>
                    <a:pt x="459" y="89"/>
                  </a:lnTo>
                  <a:lnTo>
                    <a:pt x="452" y="90"/>
                  </a:lnTo>
                  <a:lnTo>
                    <a:pt x="447" y="89"/>
                  </a:lnTo>
                  <a:lnTo>
                    <a:pt x="440" y="87"/>
                  </a:lnTo>
                  <a:lnTo>
                    <a:pt x="436" y="85"/>
                  </a:lnTo>
                  <a:lnTo>
                    <a:pt x="431" y="81"/>
                  </a:lnTo>
                  <a:lnTo>
                    <a:pt x="427" y="77"/>
                  </a:lnTo>
                  <a:lnTo>
                    <a:pt x="424" y="71"/>
                  </a:lnTo>
                  <a:lnTo>
                    <a:pt x="422" y="66"/>
                  </a:lnTo>
                  <a:lnTo>
                    <a:pt x="422" y="59"/>
                  </a:lnTo>
                  <a:lnTo>
                    <a:pt x="422" y="54"/>
                  </a:lnTo>
                  <a:lnTo>
                    <a:pt x="424" y="48"/>
                  </a:lnTo>
                  <a:lnTo>
                    <a:pt x="427" y="43"/>
                  </a:lnTo>
                  <a:lnTo>
                    <a:pt x="431" y="38"/>
                  </a:lnTo>
                  <a:lnTo>
                    <a:pt x="436" y="35"/>
                  </a:lnTo>
                  <a:lnTo>
                    <a:pt x="440" y="32"/>
                  </a:lnTo>
                  <a:lnTo>
                    <a:pt x="447" y="31"/>
                  </a:lnTo>
                  <a:lnTo>
                    <a:pt x="452" y="29"/>
                  </a:lnTo>
                  <a:lnTo>
                    <a:pt x="452" y="29"/>
                  </a:lnTo>
                  <a:close/>
                  <a:moveTo>
                    <a:pt x="0" y="75"/>
                  </a:moveTo>
                  <a:lnTo>
                    <a:pt x="0" y="83"/>
                  </a:lnTo>
                  <a:lnTo>
                    <a:pt x="1" y="90"/>
                  </a:lnTo>
                  <a:lnTo>
                    <a:pt x="3" y="97"/>
                  </a:lnTo>
                  <a:lnTo>
                    <a:pt x="5" y="104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6" y="122"/>
                  </a:lnTo>
                  <a:lnTo>
                    <a:pt x="22" y="128"/>
                  </a:lnTo>
                  <a:lnTo>
                    <a:pt x="27" y="132"/>
                  </a:lnTo>
                  <a:lnTo>
                    <a:pt x="33" y="137"/>
                  </a:lnTo>
                  <a:lnTo>
                    <a:pt x="40" y="141"/>
                  </a:lnTo>
                  <a:lnTo>
                    <a:pt x="46" y="145"/>
                  </a:lnTo>
                  <a:lnTo>
                    <a:pt x="53" y="147"/>
                  </a:lnTo>
                  <a:lnTo>
                    <a:pt x="59" y="149"/>
                  </a:lnTo>
                  <a:lnTo>
                    <a:pt x="67" y="150"/>
                  </a:lnTo>
                  <a:lnTo>
                    <a:pt x="75" y="150"/>
                  </a:lnTo>
                  <a:lnTo>
                    <a:pt x="437" y="150"/>
                  </a:lnTo>
                  <a:lnTo>
                    <a:pt x="437" y="211"/>
                  </a:lnTo>
                  <a:lnTo>
                    <a:pt x="195" y="211"/>
                  </a:lnTo>
                  <a:lnTo>
                    <a:pt x="192" y="211"/>
                  </a:lnTo>
                  <a:lnTo>
                    <a:pt x="190" y="212"/>
                  </a:lnTo>
                  <a:lnTo>
                    <a:pt x="188" y="213"/>
                  </a:lnTo>
                  <a:lnTo>
                    <a:pt x="186" y="215"/>
                  </a:lnTo>
                  <a:lnTo>
                    <a:pt x="183" y="218"/>
                  </a:lnTo>
                  <a:lnTo>
                    <a:pt x="182" y="220"/>
                  </a:lnTo>
                  <a:lnTo>
                    <a:pt x="181" y="223"/>
                  </a:lnTo>
                  <a:lnTo>
                    <a:pt x="181" y="225"/>
                  </a:lnTo>
                  <a:lnTo>
                    <a:pt x="181" y="229"/>
                  </a:lnTo>
                  <a:lnTo>
                    <a:pt x="182" y="232"/>
                  </a:lnTo>
                  <a:lnTo>
                    <a:pt x="183" y="234"/>
                  </a:lnTo>
                  <a:lnTo>
                    <a:pt x="186" y="236"/>
                  </a:lnTo>
                  <a:lnTo>
                    <a:pt x="188" y="239"/>
                  </a:lnTo>
                  <a:lnTo>
                    <a:pt x="190" y="240"/>
                  </a:lnTo>
                  <a:lnTo>
                    <a:pt x="192" y="241"/>
                  </a:lnTo>
                  <a:lnTo>
                    <a:pt x="195" y="241"/>
                  </a:lnTo>
                  <a:lnTo>
                    <a:pt x="739" y="241"/>
                  </a:lnTo>
                  <a:lnTo>
                    <a:pt x="742" y="241"/>
                  </a:lnTo>
                  <a:lnTo>
                    <a:pt x="745" y="240"/>
                  </a:lnTo>
                  <a:lnTo>
                    <a:pt x="747" y="239"/>
                  </a:lnTo>
                  <a:lnTo>
                    <a:pt x="750" y="236"/>
                  </a:lnTo>
                  <a:lnTo>
                    <a:pt x="752" y="234"/>
                  </a:lnTo>
                  <a:lnTo>
                    <a:pt x="753" y="232"/>
                  </a:lnTo>
                  <a:lnTo>
                    <a:pt x="754" y="229"/>
                  </a:lnTo>
                  <a:lnTo>
                    <a:pt x="754" y="225"/>
                  </a:lnTo>
                  <a:lnTo>
                    <a:pt x="754" y="223"/>
                  </a:lnTo>
                  <a:lnTo>
                    <a:pt x="753" y="220"/>
                  </a:lnTo>
                  <a:lnTo>
                    <a:pt x="752" y="218"/>
                  </a:lnTo>
                  <a:lnTo>
                    <a:pt x="750" y="215"/>
                  </a:lnTo>
                  <a:lnTo>
                    <a:pt x="747" y="213"/>
                  </a:lnTo>
                  <a:lnTo>
                    <a:pt x="745" y="212"/>
                  </a:lnTo>
                  <a:lnTo>
                    <a:pt x="742" y="211"/>
                  </a:lnTo>
                  <a:lnTo>
                    <a:pt x="739" y="211"/>
                  </a:lnTo>
                  <a:lnTo>
                    <a:pt x="468" y="211"/>
                  </a:lnTo>
                  <a:lnTo>
                    <a:pt x="468" y="150"/>
                  </a:lnTo>
                  <a:lnTo>
                    <a:pt x="829" y="150"/>
                  </a:lnTo>
                  <a:lnTo>
                    <a:pt x="837" y="150"/>
                  </a:lnTo>
                  <a:lnTo>
                    <a:pt x="845" y="149"/>
                  </a:lnTo>
                  <a:lnTo>
                    <a:pt x="851" y="147"/>
                  </a:lnTo>
                  <a:lnTo>
                    <a:pt x="859" y="145"/>
                  </a:lnTo>
                  <a:lnTo>
                    <a:pt x="866" y="141"/>
                  </a:lnTo>
                  <a:lnTo>
                    <a:pt x="871" y="137"/>
                  </a:lnTo>
                  <a:lnTo>
                    <a:pt x="877" y="132"/>
                  </a:lnTo>
                  <a:lnTo>
                    <a:pt x="882" y="128"/>
                  </a:lnTo>
                  <a:lnTo>
                    <a:pt x="888" y="122"/>
                  </a:lnTo>
                  <a:lnTo>
                    <a:pt x="892" y="117"/>
                  </a:lnTo>
                  <a:lnTo>
                    <a:pt x="896" y="110"/>
                  </a:lnTo>
                  <a:lnTo>
                    <a:pt x="899" y="104"/>
                  </a:lnTo>
                  <a:lnTo>
                    <a:pt x="901" y="97"/>
                  </a:lnTo>
                  <a:lnTo>
                    <a:pt x="903" y="90"/>
                  </a:lnTo>
                  <a:lnTo>
                    <a:pt x="904" y="83"/>
                  </a:lnTo>
                  <a:lnTo>
                    <a:pt x="904" y="75"/>
                  </a:lnTo>
                  <a:lnTo>
                    <a:pt x="904" y="0"/>
                  </a:lnTo>
                  <a:lnTo>
                    <a:pt x="0" y="0"/>
                  </a:lnTo>
                  <a:lnTo>
                    <a:pt x="0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0" name="Group 9" descr="Icon of boxes. ">
            <a:extLst>
              <a:ext uri="{FF2B5EF4-FFF2-40B4-BE49-F238E27FC236}">
                <a16:creationId xmlns:a16="http://schemas.microsoft.com/office/drawing/2014/main" id="{8183DEC3-CE0C-D193-9523-ED2C088E0B0F}"/>
              </a:ext>
            </a:extLst>
          </p:cNvPr>
          <p:cNvGrpSpPr/>
          <p:nvPr/>
        </p:nvGrpSpPr>
        <p:grpSpPr>
          <a:xfrm>
            <a:off x="10288087" y="2325029"/>
            <a:ext cx="287337" cy="285750"/>
            <a:chOff x="5465763" y="3068638"/>
            <a:chExt cx="287337" cy="285750"/>
          </a:xfrm>
          <a:solidFill>
            <a:schemeClr val="bg1"/>
          </a:solidFill>
        </p:grpSpPr>
        <p:sp>
          <p:nvSpPr>
            <p:cNvPr id="12" name="Freeform 617">
              <a:extLst>
                <a:ext uri="{FF2B5EF4-FFF2-40B4-BE49-F238E27FC236}">
                  <a16:creationId xmlns:a16="http://schemas.microsoft.com/office/drawing/2014/main" id="{4C22B01B-26A9-061F-6BB9-AD33F7423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4188" y="3068638"/>
              <a:ext cx="119063" cy="38100"/>
            </a:xfrm>
            <a:custGeom>
              <a:avLst/>
              <a:gdLst>
                <a:gd name="T0" fmla="*/ 375 w 375"/>
                <a:gd name="T1" fmla="*/ 62 h 120"/>
                <a:gd name="T2" fmla="*/ 374 w 375"/>
                <a:gd name="T3" fmla="*/ 62 h 120"/>
                <a:gd name="T4" fmla="*/ 373 w 375"/>
                <a:gd name="T5" fmla="*/ 61 h 120"/>
                <a:gd name="T6" fmla="*/ 193 w 375"/>
                <a:gd name="T7" fmla="*/ 1 h 120"/>
                <a:gd name="T8" fmla="*/ 188 w 375"/>
                <a:gd name="T9" fmla="*/ 0 h 120"/>
                <a:gd name="T10" fmla="*/ 183 w 375"/>
                <a:gd name="T11" fmla="*/ 1 h 120"/>
                <a:gd name="T12" fmla="*/ 2 w 375"/>
                <a:gd name="T13" fmla="*/ 61 h 120"/>
                <a:gd name="T14" fmla="*/ 1 w 375"/>
                <a:gd name="T15" fmla="*/ 62 h 120"/>
                <a:gd name="T16" fmla="*/ 0 w 375"/>
                <a:gd name="T17" fmla="*/ 62 h 120"/>
                <a:gd name="T18" fmla="*/ 188 w 375"/>
                <a:gd name="T19" fmla="*/ 120 h 120"/>
                <a:gd name="T20" fmla="*/ 375 w 375"/>
                <a:gd name="T21" fmla="*/ 6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5" h="120">
                  <a:moveTo>
                    <a:pt x="375" y="62"/>
                  </a:moveTo>
                  <a:lnTo>
                    <a:pt x="374" y="62"/>
                  </a:lnTo>
                  <a:lnTo>
                    <a:pt x="373" y="61"/>
                  </a:lnTo>
                  <a:lnTo>
                    <a:pt x="193" y="1"/>
                  </a:lnTo>
                  <a:lnTo>
                    <a:pt x="188" y="0"/>
                  </a:lnTo>
                  <a:lnTo>
                    <a:pt x="183" y="1"/>
                  </a:lnTo>
                  <a:lnTo>
                    <a:pt x="2" y="61"/>
                  </a:lnTo>
                  <a:lnTo>
                    <a:pt x="1" y="62"/>
                  </a:lnTo>
                  <a:lnTo>
                    <a:pt x="0" y="62"/>
                  </a:lnTo>
                  <a:lnTo>
                    <a:pt x="188" y="120"/>
                  </a:lnTo>
                  <a:lnTo>
                    <a:pt x="37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18">
              <a:extLst>
                <a:ext uri="{FF2B5EF4-FFF2-40B4-BE49-F238E27FC236}">
                  <a16:creationId xmlns:a16="http://schemas.microsoft.com/office/drawing/2014/main" id="{3CAC1D4F-EDC2-E1E6-6C90-7EF201E30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275" y="3097213"/>
              <a:ext cx="57150" cy="93663"/>
            </a:xfrm>
            <a:custGeom>
              <a:avLst/>
              <a:gdLst>
                <a:gd name="T0" fmla="*/ 181 w 181"/>
                <a:gd name="T1" fmla="*/ 210 h 295"/>
                <a:gd name="T2" fmla="*/ 181 w 181"/>
                <a:gd name="T3" fmla="*/ 0 h 295"/>
                <a:gd name="T4" fmla="*/ 0 w 181"/>
                <a:gd name="T5" fmla="*/ 56 h 295"/>
                <a:gd name="T6" fmla="*/ 0 w 181"/>
                <a:gd name="T7" fmla="*/ 295 h 295"/>
                <a:gd name="T8" fmla="*/ 171 w 181"/>
                <a:gd name="T9" fmla="*/ 224 h 295"/>
                <a:gd name="T10" fmla="*/ 174 w 181"/>
                <a:gd name="T11" fmla="*/ 222 h 295"/>
                <a:gd name="T12" fmla="*/ 178 w 181"/>
                <a:gd name="T13" fmla="*/ 219 h 295"/>
                <a:gd name="T14" fmla="*/ 180 w 181"/>
                <a:gd name="T15" fmla="*/ 215 h 295"/>
                <a:gd name="T16" fmla="*/ 181 w 181"/>
                <a:gd name="T17" fmla="*/ 21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295">
                  <a:moveTo>
                    <a:pt x="181" y="210"/>
                  </a:moveTo>
                  <a:lnTo>
                    <a:pt x="181" y="0"/>
                  </a:lnTo>
                  <a:lnTo>
                    <a:pt x="0" y="56"/>
                  </a:lnTo>
                  <a:lnTo>
                    <a:pt x="0" y="295"/>
                  </a:lnTo>
                  <a:lnTo>
                    <a:pt x="171" y="224"/>
                  </a:lnTo>
                  <a:lnTo>
                    <a:pt x="174" y="222"/>
                  </a:lnTo>
                  <a:lnTo>
                    <a:pt x="178" y="219"/>
                  </a:lnTo>
                  <a:lnTo>
                    <a:pt x="180" y="215"/>
                  </a:lnTo>
                  <a:lnTo>
                    <a:pt x="181" y="2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619">
              <a:extLst>
                <a:ext uri="{FF2B5EF4-FFF2-40B4-BE49-F238E27FC236}">
                  <a16:creationId xmlns:a16="http://schemas.microsoft.com/office/drawing/2014/main" id="{EA72AC48-992C-08EC-6CBB-6D640F23D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2600" y="3097213"/>
              <a:ext cx="57150" cy="93663"/>
            </a:xfrm>
            <a:custGeom>
              <a:avLst/>
              <a:gdLst>
                <a:gd name="T0" fmla="*/ 9 w 181"/>
                <a:gd name="T1" fmla="*/ 224 h 295"/>
                <a:gd name="T2" fmla="*/ 181 w 181"/>
                <a:gd name="T3" fmla="*/ 295 h 295"/>
                <a:gd name="T4" fmla="*/ 181 w 181"/>
                <a:gd name="T5" fmla="*/ 56 h 295"/>
                <a:gd name="T6" fmla="*/ 0 w 181"/>
                <a:gd name="T7" fmla="*/ 0 h 295"/>
                <a:gd name="T8" fmla="*/ 0 w 181"/>
                <a:gd name="T9" fmla="*/ 210 h 295"/>
                <a:gd name="T10" fmla="*/ 0 w 181"/>
                <a:gd name="T11" fmla="*/ 215 h 295"/>
                <a:gd name="T12" fmla="*/ 2 w 181"/>
                <a:gd name="T13" fmla="*/ 219 h 295"/>
                <a:gd name="T14" fmla="*/ 6 w 181"/>
                <a:gd name="T15" fmla="*/ 222 h 295"/>
                <a:gd name="T16" fmla="*/ 9 w 181"/>
                <a:gd name="T17" fmla="*/ 224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295">
                  <a:moveTo>
                    <a:pt x="9" y="224"/>
                  </a:moveTo>
                  <a:lnTo>
                    <a:pt x="181" y="295"/>
                  </a:lnTo>
                  <a:lnTo>
                    <a:pt x="181" y="56"/>
                  </a:lnTo>
                  <a:lnTo>
                    <a:pt x="0" y="0"/>
                  </a:lnTo>
                  <a:lnTo>
                    <a:pt x="0" y="210"/>
                  </a:lnTo>
                  <a:lnTo>
                    <a:pt x="0" y="215"/>
                  </a:lnTo>
                  <a:lnTo>
                    <a:pt x="2" y="219"/>
                  </a:lnTo>
                  <a:lnTo>
                    <a:pt x="6" y="222"/>
                  </a:lnTo>
                  <a:lnTo>
                    <a:pt x="9" y="2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620">
              <a:extLst>
                <a:ext uri="{FF2B5EF4-FFF2-40B4-BE49-F238E27FC236}">
                  <a16:creationId xmlns:a16="http://schemas.microsoft.com/office/drawing/2014/main" id="{42A2B67A-87F4-448B-E723-FA4C5F903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5475" y="3217863"/>
              <a:ext cx="47625" cy="77788"/>
            </a:xfrm>
            <a:custGeom>
              <a:avLst/>
              <a:gdLst>
                <a:gd name="T0" fmla="*/ 0 w 150"/>
                <a:gd name="T1" fmla="*/ 67 h 249"/>
                <a:gd name="T2" fmla="*/ 0 w 150"/>
                <a:gd name="T3" fmla="*/ 249 h 249"/>
                <a:gd name="T4" fmla="*/ 141 w 150"/>
                <a:gd name="T5" fmla="*/ 177 h 249"/>
                <a:gd name="T6" fmla="*/ 146 w 150"/>
                <a:gd name="T7" fmla="*/ 175 h 249"/>
                <a:gd name="T8" fmla="*/ 148 w 150"/>
                <a:gd name="T9" fmla="*/ 171 h 249"/>
                <a:gd name="T10" fmla="*/ 149 w 150"/>
                <a:gd name="T11" fmla="*/ 168 h 249"/>
                <a:gd name="T12" fmla="*/ 150 w 150"/>
                <a:gd name="T13" fmla="*/ 164 h 249"/>
                <a:gd name="T14" fmla="*/ 150 w 150"/>
                <a:gd name="T15" fmla="*/ 0 h 249"/>
                <a:gd name="T16" fmla="*/ 0 w 150"/>
                <a:gd name="T17" fmla="*/ 67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0" h="249">
                  <a:moveTo>
                    <a:pt x="0" y="67"/>
                  </a:moveTo>
                  <a:lnTo>
                    <a:pt x="0" y="249"/>
                  </a:lnTo>
                  <a:lnTo>
                    <a:pt x="141" y="177"/>
                  </a:lnTo>
                  <a:lnTo>
                    <a:pt x="146" y="175"/>
                  </a:lnTo>
                  <a:lnTo>
                    <a:pt x="148" y="171"/>
                  </a:lnTo>
                  <a:lnTo>
                    <a:pt x="149" y="168"/>
                  </a:lnTo>
                  <a:lnTo>
                    <a:pt x="150" y="164"/>
                  </a:lnTo>
                  <a:lnTo>
                    <a:pt x="150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621">
              <a:extLst>
                <a:ext uri="{FF2B5EF4-FFF2-40B4-BE49-F238E27FC236}">
                  <a16:creationId xmlns:a16="http://schemas.microsoft.com/office/drawing/2014/main" id="{CE067455-CAD1-20D5-3D7B-8CCDE2833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6263" y="3192463"/>
              <a:ext cx="88900" cy="38100"/>
            </a:xfrm>
            <a:custGeom>
              <a:avLst/>
              <a:gdLst>
                <a:gd name="T0" fmla="*/ 146 w 281"/>
                <a:gd name="T1" fmla="*/ 2 h 120"/>
                <a:gd name="T2" fmla="*/ 143 w 281"/>
                <a:gd name="T3" fmla="*/ 0 h 120"/>
                <a:gd name="T4" fmla="*/ 141 w 281"/>
                <a:gd name="T5" fmla="*/ 0 h 120"/>
                <a:gd name="T6" fmla="*/ 138 w 281"/>
                <a:gd name="T7" fmla="*/ 0 h 120"/>
                <a:gd name="T8" fmla="*/ 134 w 281"/>
                <a:gd name="T9" fmla="*/ 2 h 120"/>
                <a:gd name="T10" fmla="*/ 0 w 281"/>
                <a:gd name="T11" fmla="*/ 55 h 120"/>
                <a:gd name="T12" fmla="*/ 141 w 281"/>
                <a:gd name="T13" fmla="*/ 120 h 120"/>
                <a:gd name="T14" fmla="*/ 281 w 281"/>
                <a:gd name="T15" fmla="*/ 55 h 120"/>
                <a:gd name="T16" fmla="*/ 146 w 281"/>
                <a:gd name="T17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1" h="120">
                  <a:moveTo>
                    <a:pt x="146" y="2"/>
                  </a:moveTo>
                  <a:lnTo>
                    <a:pt x="143" y="0"/>
                  </a:lnTo>
                  <a:lnTo>
                    <a:pt x="141" y="0"/>
                  </a:lnTo>
                  <a:lnTo>
                    <a:pt x="138" y="0"/>
                  </a:lnTo>
                  <a:lnTo>
                    <a:pt x="134" y="2"/>
                  </a:lnTo>
                  <a:lnTo>
                    <a:pt x="0" y="55"/>
                  </a:lnTo>
                  <a:lnTo>
                    <a:pt x="141" y="120"/>
                  </a:lnTo>
                  <a:lnTo>
                    <a:pt x="281" y="55"/>
                  </a:lnTo>
                  <a:lnTo>
                    <a:pt x="146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622">
              <a:extLst>
                <a:ext uri="{FF2B5EF4-FFF2-40B4-BE49-F238E27FC236}">
                  <a16:creationId xmlns:a16="http://schemas.microsoft.com/office/drawing/2014/main" id="{C277653D-FB50-6924-11BD-00451011F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8325" y="3217863"/>
              <a:ext cx="47625" cy="77788"/>
            </a:xfrm>
            <a:custGeom>
              <a:avLst/>
              <a:gdLst>
                <a:gd name="T0" fmla="*/ 0 w 151"/>
                <a:gd name="T1" fmla="*/ 164 h 249"/>
                <a:gd name="T2" fmla="*/ 1 w 151"/>
                <a:gd name="T3" fmla="*/ 167 h 249"/>
                <a:gd name="T4" fmla="*/ 2 w 151"/>
                <a:gd name="T5" fmla="*/ 171 h 249"/>
                <a:gd name="T6" fmla="*/ 5 w 151"/>
                <a:gd name="T7" fmla="*/ 175 h 249"/>
                <a:gd name="T8" fmla="*/ 8 w 151"/>
                <a:gd name="T9" fmla="*/ 177 h 249"/>
                <a:gd name="T10" fmla="*/ 151 w 151"/>
                <a:gd name="T11" fmla="*/ 249 h 249"/>
                <a:gd name="T12" fmla="*/ 151 w 151"/>
                <a:gd name="T13" fmla="*/ 67 h 249"/>
                <a:gd name="T14" fmla="*/ 0 w 151"/>
                <a:gd name="T15" fmla="*/ 0 h 249"/>
                <a:gd name="T16" fmla="*/ 0 w 151"/>
                <a:gd name="T17" fmla="*/ 164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1" h="249">
                  <a:moveTo>
                    <a:pt x="0" y="164"/>
                  </a:moveTo>
                  <a:lnTo>
                    <a:pt x="1" y="167"/>
                  </a:lnTo>
                  <a:lnTo>
                    <a:pt x="2" y="171"/>
                  </a:lnTo>
                  <a:lnTo>
                    <a:pt x="5" y="175"/>
                  </a:lnTo>
                  <a:lnTo>
                    <a:pt x="8" y="177"/>
                  </a:lnTo>
                  <a:lnTo>
                    <a:pt x="151" y="249"/>
                  </a:lnTo>
                  <a:lnTo>
                    <a:pt x="151" y="67"/>
                  </a:lnTo>
                  <a:lnTo>
                    <a:pt x="0" y="0"/>
                  </a:lnTo>
                  <a:lnTo>
                    <a:pt x="0" y="1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623">
              <a:extLst>
                <a:ext uri="{FF2B5EF4-FFF2-40B4-BE49-F238E27FC236}">
                  <a16:creationId xmlns:a16="http://schemas.microsoft.com/office/drawing/2014/main" id="{5A086395-B297-6CCD-8AE7-C3FBE473D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5288" y="3201988"/>
              <a:ext cx="144463" cy="47625"/>
            </a:xfrm>
            <a:custGeom>
              <a:avLst/>
              <a:gdLst>
                <a:gd name="T0" fmla="*/ 231 w 452"/>
                <a:gd name="T1" fmla="*/ 2 h 151"/>
                <a:gd name="T2" fmla="*/ 225 w 452"/>
                <a:gd name="T3" fmla="*/ 0 h 151"/>
                <a:gd name="T4" fmla="*/ 221 w 452"/>
                <a:gd name="T5" fmla="*/ 2 h 151"/>
                <a:gd name="T6" fmla="*/ 0 w 452"/>
                <a:gd name="T7" fmla="*/ 70 h 151"/>
                <a:gd name="T8" fmla="*/ 225 w 452"/>
                <a:gd name="T9" fmla="*/ 151 h 151"/>
                <a:gd name="T10" fmla="*/ 452 w 452"/>
                <a:gd name="T11" fmla="*/ 70 h 151"/>
                <a:gd name="T12" fmla="*/ 231 w 452"/>
                <a:gd name="T13" fmla="*/ 2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2" h="151">
                  <a:moveTo>
                    <a:pt x="231" y="2"/>
                  </a:moveTo>
                  <a:lnTo>
                    <a:pt x="225" y="0"/>
                  </a:lnTo>
                  <a:lnTo>
                    <a:pt x="221" y="2"/>
                  </a:lnTo>
                  <a:lnTo>
                    <a:pt x="0" y="70"/>
                  </a:lnTo>
                  <a:lnTo>
                    <a:pt x="225" y="151"/>
                  </a:lnTo>
                  <a:lnTo>
                    <a:pt x="452" y="70"/>
                  </a:lnTo>
                  <a:lnTo>
                    <a:pt x="231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624">
              <a:extLst>
                <a:ext uri="{FF2B5EF4-FFF2-40B4-BE49-F238E27FC236}">
                  <a16:creationId xmlns:a16="http://schemas.microsoft.com/office/drawing/2014/main" id="{0B61C26F-7991-22CB-C0BD-63FC71F79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5763" y="3230563"/>
              <a:ext cx="76200" cy="123825"/>
            </a:xfrm>
            <a:custGeom>
              <a:avLst/>
              <a:gdLst>
                <a:gd name="T0" fmla="*/ 0 w 240"/>
                <a:gd name="T1" fmla="*/ 285 h 386"/>
                <a:gd name="T2" fmla="*/ 1 w 240"/>
                <a:gd name="T3" fmla="*/ 289 h 386"/>
                <a:gd name="T4" fmla="*/ 2 w 240"/>
                <a:gd name="T5" fmla="*/ 294 h 386"/>
                <a:gd name="T6" fmla="*/ 5 w 240"/>
                <a:gd name="T7" fmla="*/ 297 h 386"/>
                <a:gd name="T8" fmla="*/ 10 w 240"/>
                <a:gd name="T9" fmla="*/ 299 h 386"/>
                <a:gd name="T10" fmla="*/ 240 w 240"/>
                <a:gd name="T11" fmla="*/ 386 h 386"/>
                <a:gd name="T12" fmla="*/ 240 w 240"/>
                <a:gd name="T13" fmla="*/ 84 h 386"/>
                <a:gd name="T14" fmla="*/ 0 w 240"/>
                <a:gd name="T15" fmla="*/ 0 h 386"/>
                <a:gd name="T16" fmla="*/ 0 w 240"/>
                <a:gd name="T17" fmla="*/ 285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386">
                  <a:moveTo>
                    <a:pt x="0" y="285"/>
                  </a:moveTo>
                  <a:lnTo>
                    <a:pt x="1" y="289"/>
                  </a:lnTo>
                  <a:lnTo>
                    <a:pt x="2" y="294"/>
                  </a:lnTo>
                  <a:lnTo>
                    <a:pt x="5" y="297"/>
                  </a:lnTo>
                  <a:lnTo>
                    <a:pt x="10" y="299"/>
                  </a:lnTo>
                  <a:lnTo>
                    <a:pt x="240" y="386"/>
                  </a:lnTo>
                  <a:lnTo>
                    <a:pt x="240" y="84"/>
                  </a:lnTo>
                  <a:lnTo>
                    <a:pt x="0" y="0"/>
                  </a:lnTo>
                  <a:lnTo>
                    <a:pt x="0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625">
              <a:extLst>
                <a:ext uri="{FF2B5EF4-FFF2-40B4-BE49-F238E27FC236}">
                  <a16:creationId xmlns:a16="http://schemas.microsoft.com/office/drawing/2014/main" id="{7EB4A7EC-6224-FD22-339D-DE46C4879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3075" y="3230563"/>
              <a:ext cx="76200" cy="123825"/>
            </a:xfrm>
            <a:custGeom>
              <a:avLst/>
              <a:gdLst>
                <a:gd name="T0" fmla="*/ 0 w 241"/>
                <a:gd name="T1" fmla="*/ 386 h 386"/>
                <a:gd name="T2" fmla="*/ 231 w 241"/>
                <a:gd name="T3" fmla="*/ 299 h 386"/>
                <a:gd name="T4" fmla="*/ 235 w 241"/>
                <a:gd name="T5" fmla="*/ 297 h 386"/>
                <a:gd name="T6" fmla="*/ 238 w 241"/>
                <a:gd name="T7" fmla="*/ 294 h 386"/>
                <a:gd name="T8" fmla="*/ 239 w 241"/>
                <a:gd name="T9" fmla="*/ 289 h 386"/>
                <a:gd name="T10" fmla="*/ 241 w 241"/>
                <a:gd name="T11" fmla="*/ 285 h 386"/>
                <a:gd name="T12" fmla="*/ 241 w 241"/>
                <a:gd name="T13" fmla="*/ 0 h 386"/>
                <a:gd name="T14" fmla="*/ 0 w 241"/>
                <a:gd name="T15" fmla="*/ 84 h 386"/>
                <a:gd name="T16" fmla="*/ 0 w 241"/>
                <a:gd name="T17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1" h="386">
                  <a:moveTo>
                    <a:pt x="0" y="386"/>
                  </a:moveTo>
                  <a:lnTo>
                    <a:pt x="231" y="299"/>
                  </a:lnTo>
                  <a:lnTo>
                    <a:pt x="235" y="297"/>
                  </a:lnTo>
                  <a:lnTo>
                    <a:pt x="238" y="294"/>
                  </a:lnTo>
                  <a:lnTo>
                    <a:pt x="239" y="289"/>
                  </a:lnTo>
                  <a:lnTo>
                    <a:pt x="241" y="285"/>
                  </a:lnTo>
                  <a:lnTo>
                    <a:pt x="241" y="0"/>
                  </a:lnTo>
                  <a:lnTo>
                    <a:pt x="0" y="84"/>
                  </a:lnTo>
                  <a:lnTo>
                    <a:pt x="0" y="3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225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609EDA-869E-4BE5-AE5D-B898C584B6F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TotalTime>560</TotalTime>
  <Words>83</Words>
  <Application>Microsoft Office PowerPoint</Application>
  <PresentationFormat>Widescreen</PresentationFormat>
  <Paragraphs>41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Century Gothic</vt:lpstr>
      <vt:lpstr>Segoe UI</vt:lpstr>
      <vt:lpstr>Segoe UI Light</vt:lpstr>
      <vt:lpstr>Office Theme</vt:lpstr>
      <vt:lpstr>Analisi dell’industria cinematografica dapt-25  —   Progetto Finale   —  Gruppo 1</vt:lpstr>
      <vt:lpstr>Project analysis slide 2</vt:lpstr>
      <vt:lpstr>Project analysis 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Lorenzo Conti</dc:creator>
  <cp:lastModifiedBy>Lorenzo Conti</cp:lastModifiedBy>
  <cp:revision>4</cp:revision>
  <dcterms:created xsi:type="dcterms:W3CDTF">2026-04-01T10:08:03Z</dcterms:created>
  <dcterms:modified xsi:type="dcterms:W3CDTF">2026-04-03T13:21:50Z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